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  <p:sldMasterId id="2147483881" r:id="rId2"/>
  </p:sldMasterIdLst>
  <p:notesMasterIdLst>
    <p:notesMasterId r:id="rId15"/>
  </p:notesMasterIdLst>
  <p:handoutMasterIdLst>
    <p:handoutMasterId r:id="rId16"/>
  </p:handoutMasterIdLst>
  <p:sldIdLst>
    <p:sldId id="288" r:id="rId3"/>
    <p:sldId id="307" r:id="rId4"/>
    <p:sldId id="384" r:id="rId5"/>
    <p:sldId id="388" r:id="rId6"/>
    <p:sldId id="304" r:id="rId7"/>
    <p:sldId id="309" r:id="rId8"/>
    <p:sldId id="308" r:id="rId9"/>
    <p:sldId id="385" r:id="rId10"/>
    <p:sldId id="310" r:id="rId11"/>
    <p:sldId id="386" r:id="rId12"/>
    <p:sldId id="387" r:id="rId13"/>
    <p:sldId id="285" r:id="rId14"/>
  </p:sldIdLst>
  <p:sldSz cx="9144000" cy="5143500" type="screen16x9"/>
  <p:notesSz cx="6858000" cy="9144000"/>
  <p:defaultTextStyle>
    <a:defPPr>
      <a:defRPr lang="de-DE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91437"/>
    <a:srgbClr val="052341"/>
    <a:srgbClr val="FFFFFF"/>
    <a:srgbClr val="FF5451"/>
    <a:srgbClr val="262A31"/>
    <a:srgbClr val="B2B2B2"/>
    <a:srgbClr val="C9C9C9"/>
    <a:srgbClr val="969696"/>
    <a:srgbClr val="4D4D4D"/>
    <a:srgbClr val="2424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E25E649-3F16-4E02-A733-19D2CDBF48F0}" styleName="Mittlere Formatvorlage 3 - Akz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49944" autoAdjust="0"/>
  </p:normalViewPr>
  <p:slideViewPr>
    <p:cSldViewPr snapToGrid="0" snapToObjects="1" showGuides="1">
      <p:cViewPr>
        <p:scale>
          <a:sx n="75" d="100"/>
          <a:sy n="75" d="100"/>
        </p:scale>
        <p:origin x="960" y="43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-2670"/>
    </p:cViewPr>
  </p:outlineViewPr>
  <p:notesTextViewPr>
    <p:cViewPr>
      <p:scale>
        <a:sx n="150" d="100"/>
        <a:sy n="150" d="100"/>
      </p:scale>
      <p:origin x="0" y="0"/>
    </p:cViewPr>
  </p:notesTextViewPr>
  <p:notesViewPr>
    <p:cSldViewPr snapToGrid="0" snapToObjects="1" showGuides="1">
      <p:cViewPr varScale="1">
        <p:scale>
          <a:sx n="69" d="100"/>
          <a:sy n="69" d="100"/>
        </p:scale>
        <p:origin x="2261" y="8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berschrift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Structure and dynamics of growing networks of</a:t>
            </a:r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02D1D50A-91A0-4313-AF41-8FA8C1A6F672}" type="datetimeFigureOut">
              <a:rPr lang="de-DE" altLang="de-DE">
                <a:latin typeface="Arial" panose="020B0604020202020204" pitchFamily="34" charset="0"/>
                <a:cs typeface="Arial" panose="020B0604020202020204" pitchFamily="34" charset="0"/>
              </a:rPr>
              <a:pPr>
                <a:defRPr/>
              </a:pPr>
              <a:t>11.02.2026</a:t>
            </a:fld>
            <a:endParaRPr lang="de-DE" alt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Mohamed El Maghari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9835DF71-E1E2-47C3-B9FA-47C07B346B8B}" type="slidenum">
              <a:rPr lang="de-DE" altLang="de-DE">
                <a:latin typeface="Arial" panose="020B0604020202020204" pitchFamily="34" charset="0"/>
                <a:cs typeface="Arial" panose="020B0604020202020204" pitchFamily="34" charset="0"/>
              </a:rPr>
              <a:pPr>
                <a:defRPr/>
              </a:pPr>
              <a:t>‹Nr.›</a:t>
            </a:fld>
            <a:endParaRPr lang="de-DE" alt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6700504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berschrift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/>
              <a:t>Structure and dynamics of growing networks of</a:t>
            </a:r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91E3895C-9893-433E-BD86-ABF19E357674}" type="datetimeFigureOut">
              <a:rPr lang="de-DE" altLang="de-DE" smtClean="0"/>
              <a:pPr>
                <a:defRPr/>
              </a:pPr>
              <a:t>11.02.2026</a:t>
            </a:fld>
            <a:endParaRPr lang="de-DE" altLang="de-DE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de-DE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noProof="0" dirty="0"/>
              <a:t>Mastertextformat bearbeiten</a:t>
            </a:r>
          </a:p>
          <a:p>
            <a:pPr lvl="1"/>
            <a:r>
              <a:rPr lang="de-DE" altLang="de-DE" noProof="0" dirty="0"/>
              <a:t>Zweite Ebene</a:t>
            </a:r>
          </a:p>
          <a:p>
            <a:pPr lvl="2"/>
            <a:r>
              <a:rPr lang="de-DE" altLang="de-DE" noProof="0" dirty="0"/>
              <a:t>Dritte Ebene</a:t>
            </a:r>
          </a:p>
          <a:p>
            <a:pPr lvl="3"/>
            <a:r>
              <a:rPr lang="de-DE" altLang="de-DE" noProof="0" dirty="0"/>
              <a:t>Vierte Ebene</a:t>
            </a:r>
          </a:p>
          <a:p>
            <a:pPr lvl="4"/>
            <a:r>
              <a:rPr lang="de-DE" altLang="de-DE" noProof="0" dirty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de-DE" dirty="0"/>
              <a:t>Mohamed El Maghari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FF73AAAE-5F9A-4204-AFEA-00ECD2D60F92}" type="slidenum">
              <a:rPr lang="de-DE" altLang="de-DE" smtClean="0"/>
              <a:pPr>
                <a:defRPr/>
              </a:pPr>
              <a:t>‹Nr.›</a:t>
            </a:fld>
            <a:endParaRPr lang="de-DE" altLang="de-DE" dirty="0"/>
          </a:p>
        </p:txBody>
      </p:sp>
    </p:spTree>
    <p:extLst>
      <p:ext uri="{BB962C8B-B14F-4D97-AF65-F5344CB8AC3E}">
        <p14:creationId xmlns:p14="http://schemas.microsoft.com/office/powerpoint/2010/main" val="717541618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Arial" panose="020B0604020202020204" pitchFamily="34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Arial" panose="020B0604020202020204" pitchFamily="34" charset="0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Arial" panose="020B0604020202020204" pitchFamily="34" charset="0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Arial" panose="020B0604020202020204" pitchFamily="34" charset="0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Arial" panose="020B0604020202020204" pitchFamily="34" charset="0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F73AAAE-5F9A-4204-AFEA-00ECD2D60F92}" type="slidenum">
              <a:rPr lang="de-DE" altLang="de-DE" smtClean="0"/>
              <a:pPr>
                <a:defRPr/>
              </a:pPr>
              <a:t>1</a:t>
            </a:fld>
            <a:endParaRPr lang="de-DE" alt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BA05A44-1420-91D0-6DC3-37F3427A7A1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6367346" cy="457200"/>
          </a:xfrm>
        </p:spPr>
        <p:txBody>
          <a:bodyPr/>
          <a:lstStyle/>
          <a:p>
            <a:r>
              <a:rPr lang="it-IT" dirty="0"/>
              <a:t>El Maghari, Ralf König, Fritz </a:t>
            </a:r>
            <a:r>
              <a:rPr lang="it-IT" dirty="0" err="1"/>
              <a:t>Körner</a:t>
            </a:r>
            <a:r>
              <a:rPr lang="it-IT" dirty="0"/>
              <a:t>, Khalid </a:t>
            </a:r>
            <a:r>
              <a:rPr lang="it-IT" dirty="0" err="1"/>
              <a:t>Sabih</a:t>
            </a:r>
            <a:endParaRPr lang="de-DE" dirty="0"/>
          </a:p>
        </p:txBody>
      </p:sp>
      <p:sp>
        <p:nvSpPr>
          <p:cNvPr id="6" name="Kopfzeilenplatzhalter 5">
            <a:extLst>
              <a:ext uri="{FF2B5EF4-FFF2-40B4-BE49-F238E27FC236}">
                <a16:creationId xmlns:a16="http://schemas.microsoft.com/office/drawing/2014/main" id="{F08605B9-4C24-B6C0-792E-C74E3A95173C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Structure and dynamics of growing networks of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443066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Kopfzeilenplatzhalt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Structure and dynamics of growing networks of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de-DE" dirty="0"/>
              <a:t>Mohamed El Maghari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F73AAAE-5F9A-4204-AFEA-00ECD2D60F92}" type="slidenum">
              <a:rPr lang="de-DE" altLang="de-DE" smtClean="0"/>
              <a:pPr>
                <a:defRPr/>
              </a:pPr>
              <a:t>2</a:t>
            </a:fld>
            <a:endParaRPr lang="de-DE" altLang="de-DE" dirty="0"/>
          </a:p>
        </p:txBody>
      </p:sp>
    </p:spTree>
    <p:extLst>
      <p:ext uri="{BB962C8B-B14F-4D97-AF65-F5344CB8AC3E}">
        <p14:creationId xmlns:p14="http://schemas.microsoft.com/office/powerpoint/2010/main" val="6273945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Kopfzeilenplatzhalt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Structure and dynamics of growing networks of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Mohamed El Maghari</a:t>
            </a:r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F73AAAE-5F9A-4204-AFEA-00ECD2D60F92}" type="slidenum">
              <a:rPr lang="de-DE" altLang="de-DE" smtClean="0"/>
              <a:pPr>
                <a:defRPr/>
              </a:pPr>
              <a:t>3</a:t>
            </a:fld>
            <a:endParaRPr lang="de-DE" altLang="de-DE" dirty="0"/>
          </a:p>
        </p:txBody>
      </p:sp>
    </p:spTree>
    <p:extLst>
      <p:ext uri="{BB962C8B-B14F-4D97-AF65-F5344CB8AC3E}">
        <p14:creationId xmlns:p14="http://schemas.microsoft.com/office/powerpoint/2010/main" val="38757335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313858-0536-F2E8-E163-6857C9C38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DB5B61FF-7978-234B-B45A-C106ECA991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04708350-4044-8B5D-C7C9-96FF903F8E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Kopfzeilenplatzhalter 3">
            <a:extLst>
              <a:ext uri="{FF2B5EF4-FFF2-40B4-BE49-F238E27FC236}">
                <a16:creationId xmlns:a16="http://schemas.microsoft.com/office/drawing/2014/main" id="{552CCC9C-EE8D-2F6D-D4C1-4EE325E4FA57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Structure and dynamics of growing networks of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57BD6A9-7F9E-9912-C80A-A780A322E5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Mohamed El Maghari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F36582F-E94A-7D48-ADB0-E19CC21C4F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F73AAAE-5F9A-4204-AFEA-00ECD2D60F92}" type="slidenum">
              <a:rPr lang="de-DE" altLang="de-DE" smtClean="0"/>
              <a:pPr>
                <a:defRPr/>
              </a:pPr>
              <a:t>4</a:t>
            </a:fld>
            <a:endParaRPr lang="de-DE" altLang="de-DE" dirty="0"/>
          </a:p>
        </p:txBody>
      </p:sp>
    </p:spTree>
    <p:extLst>
      <p:ext uri="{BB962C8B-B14F-4D97-AF65-F5344CB8AC3E}">
        <p14:creationId xmlns:p14="http://schemas.microsoft.com/office/powerpoint/2010/main" val="9015135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Kopfzeilenplatzhalt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Structure and dynamics of growing networks of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de-DE" dirty="0"/>
              <a:t>Mohamed El Maghari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F73AAAE-5F9A-4204-AFEA-00ECD2D60F92}" type="slidenum">
              <a:rPr lang="de-DE" altLang="de-DE" smtClean="0"/>
              <a:pPr>
                <a:defRPr/>
              </a:pPr>
              <a:t>5</a:t>
            </a:fld>
            <a:endParaRPr lang="de-DE" altLang="de-DE" dirty="0"/>
          </a:p>
        </p:txBody>
      </p:sp>
    </p:spTree>
    <p:extLst>
      <p:ext uri="{BB962C8B-B14F-4D97-AF65-F5344CB8AC3E}">
        <p14:creationId xmlns:p14="http://schemas.microsoft.com/office/powerpoint/2010/main" val="26050035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Kopfzeilenplatzhalt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Structure and dynamics of growing networks of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de-DE" dirty="0"/>
              <a:t>Mohamed El Maghari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F73AAAE-5F9A-4204-AFEA-00ECD2D60F92}" type="slidenum">
              <a:rPr lang="de-DE" altLang="de-DE" smtClean="0"/>
              <a:pPr>
                <a:defRPr/>
              </a:pPr>
              <a:t>6</a:t>
            </a:fld>
            <a:endParaRPr lang="de-DE" altLang="de-DE" dirty="0"/>
          </a:p>
        </p:txBody>
      </p:sp>
    </p:spTree>
    <p:extLst>
      <p:ext uri="{BB962C8B-B14F-4D97-AF65-F5344CB8AC3E}">
        <p14:creationId xmlns:p14="http://schemas.microsoft.com/office/powerpoint/2010/main" val="5472855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Kopfzeilenplatzhalt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Structure and dynamics of growing networks of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de-DE" dirty="0"/>
              <a:t>Mohamed El Maghari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F73AAAE-5F9A-4204-AFEA-00ECD2D60F92}" type="slidenum">
              <a:rPr lang="de-DE" altLang="de-DE" smtClean="0"/>
              <a:pPr>
                <a:defRPr/>
              </a:pPr>
              <a:t>7</a:t>
            </a:fld>
            <a:endParaRPr lang="de-DE" altLang="de-DE" dirty="0"/>
          </a:p>
        </p:txBody>
      </p:sp>
    </p:spTree>
    <p:extLst>
      <p:ext uri="{BB962C8B-B14F-4D97-AF65-F5344CB8AC3E}">
        <p14:creationId xmlns:p14="http://schemas.microsoft.com/office/powerpoint/2010/main" val="40815620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Kopfzeilenplatzhalt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Structure and dynamics of growing networks of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Mohamed El Maghari</a:t>
            </a:r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F73AAAE-5F9A-4204-AFEA-00ECD2D60F92}" type="slidenum">
              <a:rPr lang="de-DE" altLang="de-DE" smtClean="0"/>
              <a:pPr>
                <a:defRPr/>
              </a:pPr>
              <a:t>8</a:t>
            </a:fld>
            <a:endParaRPr lang="de-DE" altLang="de-DE" dirty="0"/>
          </a:p>
        </p:txBody>
      </p:sp>
    </p:spTree>
    <p:extLst>
      <p:ext uri="{BB962C8B-B14F-4D97-AF65-F5344CB8AC3E}">
        <p14:creationId xmlns:p14="http://schemas.microsoft.com/office/powerpoint/2010/main" val="10503256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Kopfzeilenplatzhalt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Structure and dynamics of growing networks of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de-DE" dirty="0"/>
              <a:t>Mohamed El Maghari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F73AAAE-5F9A-4204-AFEA-00ECD2D60F92}" type="slidenum">
              <a:rPr lang="de-DE" altLang="de-DE" smtClean="0"/>
              <a:pPr>
                <a:defRPr/>
              </a:pPr>
              <a:t>9</a:t>
            </a:fld>
            <a:endParaRPr lang="de-DE" altLang="de-DE" dirty="0"/>
          </a:p>
        </p:txBody>
      </p:sp>
    </p:spTree>
    <p:extLst>
      <p:ext uri="{BB962C8B-B14F-4D97-AF65-F5344CB8AC3E}">
        <p14:creationId xmlns:p14="http://schemas.microsoft.com/office/powerpoint/2010/main" val="16139985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Kopfzeilenplatzhalt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Structure and dynamics of growing networks of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Mohamed El Maghari</a:t>
            </a:r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F73AAAE-5F9A-4204-AFEA-00ECD2D60F92}" type="slidenum">
              <a:rPr lang="de-DE" altLang="de-DE" smtClean="0"/>
              <a:pPr>
                <a:defRPr/>
              </a:pPr>
              <a:t>10</a:t>
            </a:fld>
            <a:endParaRPr lang="de-DE" altLang="de-DE" dirty="0"/>
          </a:p>
        </p:txBody>
      </p:sp>
    </p:spTree>
    <p:extLst>
      <p:ext uri="{BB962C8B-B14F-4D97-AF65-F5344CB8AC3E}">
        <p14:creationId xmlns:p14="http://schemas.microsoft.com/office/powerpoint/2010/main" val="11676802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FE85BC-9409-8AEB-A660-9CC53DE88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B9350829-43B7-64E5-1A47-5975189A78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86A963C5-04FA-B0AF-28B8-9B2C3744B8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Kopfzeilenplatzhalter 3">
            <a:extLst>
              <a:ext uri="{FF2B5EF4-FFF2-40B4-BE49-F238E27FC236}">
                <a16:creationId xmlns:a16="http://schemas.microsoft.com/office/drawing/2014/main" id="{891F94D0-8F94-166A-D10B-D7247480A854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Structure and dynamics of growing networks of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E958663-32DB-B847-7DB7-B596D2AED4E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Mohamed El Maghari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DA709FE-9442-699E-6F3C-8FA4C95799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F73AAAE-5F9A-4204-AFEA-00ECD2D60F92}" type="slidenum">
              <a:rPr lang="de-DE" altLang="de-DE" smtClean="0"/>
              <a:pPr>
                <a:defRPr/>
              </a:pPr>
              <a:t>11</a:t>
            </a:fld>
            <a:endParaRPr lang="de-DE" altLang="de-DE" dirty="0"/>
          </a:p>
        </p:txBody>
      </p:sp>
    </p:spTree>
    <p:extLst>
      <p:ext uri="{BB962C8B-B14F-4D97-AF65-F5344CB8AC3E}">
        <p14:creationId xmlns:p14="http://schemas.microsoft.com/office/powerpoint/2010/main" val="35744950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Kopfzeilenplatzhalt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Structure and dynamics of growing networks of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Mohamed El Maghari</a:t>
            </a:r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F73AAAE-5F9A-4204-AFEA-00ECD2D60F92}" type="slidenum">
              <a:rPr lang="de-DE" altLang="de-DE" smtClean="0"/>
              <a:pPr>
                <a:defRPr/>
              </a:pPr>
              <a:t>12</a:t>
            </a:fld>
            <a:endParaRPr lang="de-DE" altLang="de-DE" dirty="0"/>
          </a:p>
        </p:txBody>
      </p:sp>
    </p:spTree>
    <p:extLst>
      <p:ext uri="{BB962C8B-B14F-4D97-AF65-F5344CB8AC3E}">
        <p14:creationId xmlns:p14="http://schemas.microsoft.com/office/powerpoint/2010/main" val="32425201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ild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9002" y="0"/>
            <a:ext cx="3524250" cy="51579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295687" y="2078847"/>
            <a:ext cx="8092705" cy="1487313"/>
          </a:xfrm>
        </p:spPr>
        <p:txBody>
          <a:bodyPr anchor="t"/>
          <a:lstStyle>
            <a:lvl1pPr>
              <a:defRPr sz="2800" b="1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295687" y="1606876"/>
            <a:ext cx="6400800" cy="471971"/>
          </a:xfrm>
        </p:spPr>
        <p:txBody>
          <a:bodyPr anchor="b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8" name="Bildplatzhalter 7"/>
          <p:cNvSpPr>
            <a:spLocks noGrp="1"/>
          </p:cNvSpPr>
          <p:nvPr>
            <p:ph type="pic" sz="quarter" idx="11"/>
          </p:nvPr>
        </p:nvSpPr>
        <p:spPr>
          <a:xfrm>
            <a:off x="295687" y="4439286"/>
            <a:ext cx="2098597" cy="517525"/>
          </a:xfrm>
        </p:spPr>
        <p:txBody>
          <a:bodyPr>
            <a:noAutofit/>
          </a:bodyPr>
          <a:lstStyle>
            <a:lvl1pPr marL="0" indent="0" algn="l">
              <a:defRPr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9" name="Bildplatzhalter 7"/>
          <p:cNvSpPr>
            <a:spLocks noGrp="1"/>
          </p:cNvSpPr>
          <p:nvPr>
            <p:ph type="pic" sz="quarter" idx="12"/>
          </p:nvPr>
        </p:nvSpPr>
        <p:spPr>
          <a:xfrm>
            <a:off x="2453698" y="4444369"/>
            <a:ext cx="2184476" cy="517525"/>
          </a:xfrm>
        </p:spPr>
        <p:txBody>
          <a:bodyPr>
            <a:noAutofit/>
          </a:bodyPr>
          <a:lstStyle>
            <a:lvl1pPr marL="0" indent="0" algn="l">
              <a:defRPr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2264158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folie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platzhalter 4"/>
          <p:cNvSpPr>
            <a:spLocks noGrp="1"/>
          </p:cNvSpPr>
          <p:nvPr>
            <p:ph type="body" sz="quarter" idx="13"/>
          </p:nvPr>
        </p:nvSpPr>
        <p:spPr bwMode="auto">
          <a:xfrm>
            <a:off x="3501688" y="-5922"/>
            <a:ext cx="5654316" cy="5152775"/>
          </a:xfrm>
          <a:custGeom>
            <a:avLst/>
            <a:gdLst>
              <a:gd name="connsiteX0" fmla="*/ 0 w 2419350"/>
              <a:gd name="connsiteY0" fmla="*/ 5172957 h 5172957"/>
              <a:gd name="connsiteX1" fmla="*/ 604838 w 2419350"/>
              <a:gd name="connsiteY1" fmla="*/ 0 h 5172957"/>
              <a:gd name="connsiteX2" fmla="*/ 1814513 w 2419350"/>
              <a:gd name="connsiteY2" fmla="*/ 0 h 5172957"/>
              <a:gd name="connsiteX3" fmla="*/ 2419350 w 2419350"/>
              <a:gd name="connsiteY3" fmla="*/ 5172957 h 5172957"/>
              <a:gd name="connsiteX4" fmla="*/ 0 w 2419350"/>
              <a:gd name="connsiteY4" fmla="*/ 5172957 h 5172957"/>
              <a:gd name="connsiteX0" fmla="*/ 0 w 2439138"/>
              <a:gd name="connsiteY0" fmla="*/ 5172957 h 5172957"/>
              <a:gd name="connsiteX1" fmla="*/ 604838 w 2439138"/>
              <a:gd name="connsiteY1" fmla="*/ 0 h 5172957"/>
              <a:gd name="connsiteX2" fmla="*/ 2439138 w 2439138"/>
              <a:gd name="connsiteY2" fmla="*/ 6439 h 5172957"/>
              <a:gd name="connsiteX3" fmla="*/ 2419350 w 2439138"/>
              <a:gd name="connsiteY3" fmla="*/ 5172957 h 5172957"/>
              <a:gd name="connsiteX4" fmla="*/ 0 w 2439138"/>
              <a:gd name="connsiteY4" fmla="*/ 5172957 h 5172957"/>
              <a:gd name="connsiteX0" fmla="*/ 3226626 w 5665764"/>
              <a:gd name="connsiteY0" fmla="*/ 5166518 h 5166518"/>
              <a:gd name="connsiteX1" fmla="*/ 0 w 5665764"/>
              <a:gd name="connsiteY1" fmla="*/ 6440 h 5166518"/>
              <a:gd name="connsiteX2" fmla="*/ 5665764 w 5665764"/>
              <a:gd name="connsiteY2" fmla="*/ 0 h 5166518"/>
              <a:gd name="connsiteX3" fmla="*/ 5645976 w 5665764"/>
              <a:gd name="connsiteY3" fmla="*/ 5166518 h 5166518"/>
              <a:gd name="connsiteX4" fmla="*/ 3226626 w 5665764"/>
              <a:gd name="connsiteY4" fmla="*/ 5166518 h 5166518"/>
              <a:gd name="connsiteX0" fmla="*/ 2421696 w 5665764"/>
              <a:gd name="connsiteY0" fmla="*/ 5192275 h 5192275"/>
              <a:gd name="connsiteX1" fmla="*/ 0 w 5665764"/>
              <a:gd name="connsiteY1" fmla="*/ 6440 h 5192275"/>
              <a:gd name="connsiteX2" fmla="*/ 5665764 w 5665764"/>
              <a:gd name="connsiteY2" fmla="*/ 0 h 5192275"/>
              <a:gd name="connsiteX3" fmla="*/ 5645976 w 5665764"/>
              <a:gd name="connsiteY3" fmla="*/ 5166518 h 5192275"/>
              <a:gd name="connsiteX4" fmla="*/ 2421696 w 5665764"/>
              <a:gd name="connsiteY4" fmla="*/ 5192275 h 5192275"/>
              <a:gd name="connsiteX0" fmla="*/ 2421696 w 5665764"/>
              <a:gd name="connsiteY0" fmla="*/ 5183177 h 5183177"/>
              <a:gd name="connsiteX1" fmla="*/ 0 w 5665764"/>
              <a:gd name="connsiteY1" fmla="*/ 6440 h 5183177"/>
              <a:gd name="connsiteX2" fmla="*/ 5665764 w 5665764"/>
              <a:gd name="connsiteY2" fmla="*/ 0 h 5183177"/>
              <a:gd name="connsiteX3" fmla="*/ 5645976 w 5665764"/>
              <a:gd name="connsiteY3" fmla="*/ 5166518 h 5183177"/>
              <a:gd name="connsiteX4" fmla="*/ 2421696 w 5665764"/>
              <a:gd name="connsiteY4" fmla="*/ 5183177 h 5183177"/>
              <a:gd name="connsiteX0" fmla="*/ 2421696 w 5665764"/>
              <a:gd name="connsiteY0" fmla="*/ 5174079 h 5174079"/>
              <a:gd name="connsiteX1" fmla="*/ 0 w 5665764"/>
              <a:gd name="connsiteY1" fmla="*/ 6440 h 5174079"/>
              <a:gd name="connsiteX2" fmla="*/ 5665764 w 5665764"/>
              <a:gd name="connsiteY2" fmla="*/ 0 h 5174079"/>
              <a:gd name="connsiteX3" fmla="*/ 5645976 w 5665764"/>
              <a:gd name="connsiteY3" fmla="*/ 5166518 h 5174079"/>
              <a:gd name="connsiteX4" fmla="*/ 2421696 w 5665764"/>
              <a:gd name="connsiteY4" fmla="*/ 5174079 h 5174079"/>
              <a:gd name="connsiteX0" fmla="*/ 2417147 w 5665764"/>
              <a:gd name="connsiteY0" fmla="*/ 5169530 h 5169530"/>
              <a:gd name="connsiteX1" fmla="*/ 0 w 5665764"/>
              <a:gd name="connsiteY1" fmla="*/ 6440 h 5169530"/>
              <a:gd name="connsiteX2" fmla="*/ 5665764 w 5665764"/>
              <a:gd name="connsiteY2" fmla="*/ 0 h 5169530"/>
              <a:gd name="connsiteX3" fmla="*/ 5645976 w 5665764"/>
              <a:gd name="connsiteY3" fmla="*/ 5166518 h 5169530"/>
              <a:gd name="connsiteX4" fmla="*/ 2417147 w 5665764"/>
              <a:gd name="connsiteY4" fmla="*/ 5169530 h 5169530"/>
              <a:gd name="connsiteX0" fmla="*/ 2417147 w 5652116"/>
              <a:gd name="connsiteY0" fmla="*/ 5164981 h 5164981"/>
              <a:gd name="connsiteX1" fmla="*/ 0 w 5652116"/>
              <a:gd name="connsiteY1" fmla="*/ 1891 h 5164981"/>
              <a:gd name="connsiteX2" fmla="*/ 5652116 w 5652116"/>
              <a:gd name="connsiteY2" fmla="*/ 0 h 5164981"/>
              <a:gd name="connsiteX3" fmla="*/ 5645976 w 5652116"/>
              <a:gd name="connsiteY3" fmla="*/ 5161969 h 5164981"/>
              <a:gd name="connsiteX4" fmla="*/ 2417147 w 5652116"/>
              <a:gd name="connsiteY4" fmla="*/ 5164981 h 5164981"/>
              <a:gd name="connsiteX0" fmla="*/ 2417147 w 5646219"/>
              <a:gd name="connsiteY0" fmla="*/ 5163090 h 5163090"/>
              <a:gd name="connsiteX1" fmla="*/ 0 w 5646219"/>
              <a:gd name="connsiteY1" fmla="*/ 0 h 5163090"/>
              <a:gd name="connsiteX2" fmla="*/ 5638468 w 5646219"/>
              <a:gd name="connsiteY2" fmla="*/ 11757 h 5163090"/>
              <a:gd name="connsiteX3" fmla="*/ 5645976 w 5646219"/>
              <a:gd name="connsiteY3" fmla="*/ 5160078 h 5163090"/>
              <a:gd name="connsiteX4" fmla="*/ 2417147 w 5646219"/>
              <a:gd name="connsiteY4" fmla="*/ 5163090 h 5163090"/>
              <a:gd name="connsiteX0" fmla="*/ 2417147 w 5646219"/>
              <a:gd name="connsiteY0" fmla="*/ 5164981 h 5164981"/>
              <a:gd name="connsiteX1" fmla="*/ 0 w 5646219"/>
              <a:gd name="connsiteY1" fmla="*/ 1891 h 5164981"/>
              <a:gd name="connsiteX2" fmla="*/ 5638468 w 5646219"/>
              <a:gd name="connsiteY2" fmla="*/ 0 h 5164981"/>
              <a:gd name="connsiteX3" fmla="*/ 5645976 w 5646219"/>
              <a:gd name="connsiteY3" fmla="*/ 5161969 h 5164981"/>
              <a:gd name="connsiteX4" fmla="*/ 2417147 w 5646219"/>
              <a:gd name="connsiteY4" fmla="*/ 5164981 h 5164981"/>
              <a:gd name="connsiteX0" fmla="*/ 2417147 w 5641803"/>
              <a:gd name="connsiteY0" fmla="*/ 5164981 h 5164981"/>
              <a:gd name="connsiteX1" fmla="*/ 0 w 5641803"/>
              <a:gd name="connsiteY1" fmla="*/ 1891 h 5164981"/>
              <a:gd name="connsiteX2" fmla="*/ 5638468 w 5641803"/>
              <a:gd name="connsiteY2" fmla="*/ 0 h 5164981"/>
              <a:gd name="connsiteX3" fmla="*/ 5641426 w 5641803"/>
              <a:gd name="connsiteY3" fmla="*/ 5161969 h 5164981"/>
              <a:gd name="connsiteX4" fmla="*/ 2417147 w 5641803"/>
              <a:gd name="connsiteY4" fmla="*/ 5164981 h 5164981"/>
              <a:gd name="connsiteX0" fmla="*/ 2417147 w 5643017"/>
              <a:gd name="connsiteY0" fmla="*/ 5174079 h 5174079"/>
              <a:gd name="connsiteX1" fmla="*/ 0 w 5643017"/>
              <a:gd name="connsiteY1" fmla="*/ 10989 h 5174079"/>
              <a:gd name="connsiteX2" fmla="*/ 5643017 w 5643017"/>
              <a:gd name="connsiteY2" fmla="*/ 0 h 5174079"/>
              <a:gd name="connsiteX3" fmla="*/ 5641426 w 5643017"/>
              <a:gd name="connsiteY3" fmla="*/ 5171067 h 5174079"/>
              <a:gd name="connsiteX4" fmla="*/ 2417147 w 5643017"/>
              <a:gd name="connsiteY4" fmla="*/ 5174079 h 5174079"/>
              <a:gd name="connsiteX0" fmla="*/ 2417147 w 5643017"/>
              <a:gd name="connsiteY0" fmla="*/ 5174079 h 5174079"/>
              <a:gd name="connsiteX1" fmla="*/ 0 w 5643017"/>
              <a:gd name="connsiteY1" fmla="*/ 4609 h 5174079"/>
              <a:gd name="connsiteX2" fmla="*/ 5643017 w 5643017"/>
              <a:gd name="connsiteY2" fmla="*/ 0 h 5174079"/>
              <a:gd name="connsiteX3" fmla="*/ 5641426 w 5643017"/>
              <a:gd name="connsiteY3" fmla="*/ 5171067 h 5174079"/>
              <a:gd name="connsiteX4" fmla="*/ 2417147 w 5643017"/>
              <a:gd name="connsiteY4" fmla="*/ 5174079 h 5174079"/>
              <a:gd name="connsiteX0" fmla="*/ 2417147 w 5654316"/>
              <a:gd name="connsiteY0" fmla="*/ 5174079 h 5177448"/>
              <a:gd name="connsiteX1" fmla="*/ 0 w 5654316"/>
              <a:gd name="connsiteY1" fmla="*/ 4609 h 5177448"/>
              <a:gd name="connsiteX2" fmla="*/ 5643017 w 5654316"/>
              <a:gd name="connsiteY2" fmla="*/ 0 h 5177448"/>
              <a:gd name="connsiteX3" fmla="*/ 5654126 w 5654316"/>
              <a:gd name="connsiteY3" fmla="*/ 5177448 h 5177448"/>
              <a:gd name="connsiteX4" fmla="*/ 2417147 w 5654316"/>
              <a:gd name="connsiteY4" fmla="*/ 5174079 h 51774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54316" h="5177448">
                <a:moveTo>
                  <a:pt x="2417147" y="5174079"/>
                </a:moveTo>
                <a:lnTo>
                  <a:pt x="0" y="4609"/>
                </a:lnTo>
                <a:lnTo>
                  <a:pt x="5643017" y="0"/>
                </a:lnTo>
                <a:cubicBezTo>
                  <a:pt x="5640970" y="1720656"/>
                  <a:pt x="5656173" y="3456792"/>
                  <a:pt x="5654126" y="5177448"/>
                </a:cubicBezTo>
                <a:lnTo>
                  <a:pt x="2417147" y="517407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4pPr>
              <a:defRPr>
                <a:ln>
                  <a:solidFill>
                    <a:schemeClr val="accent1"/>
                  </a:solidFill>
                </a:ln>
                <a:solidFill>
                  <a:schemeClr val="accent1"/>
                </a:solidFill>
              </a:defRPr>
            </a:lvl4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1"/>
          </p:nvPr>
        </p:nvSpPr>
        <p:spPr bwMode="auto">
          <a:xfrm>
            <a:off x="4429719" y="-4153"/>
            <a:ext cx="4711557" cy="5154092"/>
          </a:xfrm>
          <a:custGeom>
            <a:avLst/>
            <a:gdLst>
              <a:gd name="connsiteX0" fmla="*/ 0 w 1466850"/>
              <a:gd name="connsiteY0" fmla="*/ 1608226 h 1608226"/>
              <a:gd name="connsiteX1" fmla="*/ 366713 w 1466850"/>
              <a:gd name="connsiteY1" fmla="*/ 0 h 1608226"/>
              <a:gd name="connsiteX2" fmla="*/ 1466850 w 1466850"/>
              <a:gd name="connsiteY2" fmla="*/ 0 h 1608226"/>
              <a:gd name="connsiteX3" fmla="*/ 1100138 w 1466850"/>
              <a:gd name="connsiteY3" fmla="*/ 1608226 h 1608226"/>
              <a:gd name="connsiteX4" fmla="*/ 0 w 1466850"/>
              <a:gd name="connsiteY4" fmla="*/ 1608226 h 1608226"/>
              <a:gd name="connsiteX0" fmla="*/ 0 w 2304312"/>
              <a:gd name="connsiteY0" fmla="*/ 1608226 h 1614665"/>
              <a:gd name="connsiteX1" fmla="*/ 366713 w 2304312"/>
              <a:gd name="connsiteY1" fmla="*/ 0 h 1614665"/>
              <a:gd name="connsiteX2" fmla="*/ 1466850 w 2304312"/>
              <a:gd name="connsiteY2" fmla="*/ 0 h 1614665"/>
              <a:gd name="connsiteX3" fmla="*/ 2304312 w 2304312"/>
              <a:gd name="connsiteY3" fmla="*/ 1614665 h 1614665"/>
              <a:gd name="connsiteX4" fmla="*/ 0 w 2304312"/>
              <a:gd name="connsiteY4" fmla="*/ 1608226 h 1614665"/>
              <a:gd name="connsiteX0" fmla="*/ 0 w 4725205"/>
              <a:gd name="connsiteY0" fmla="*/ 5162795 h 5169234"/>
              <a:gd name="connsiteX1" fmla="*/ 366713 w 4725205"/>
              <a:gd name="connsiteY1" fmla="*/ 3554569 h 5169234"/>
              <a:gd name="connsiteX2" fmla="*/ 4725205 w 4725205"/>
              <a:gd name="connsiteY2" fmla="*/ 0 h 5169234"/>
              <a:gd name="connsiteX3" fmla="*/ 2304312 w 4725205"/>
              <a:gd name="connsiteY3" fmla="*/ 5169234 h 5169234"/>
              <a:gd name="connsiteX4" fmla="*/ 0 w 4725205"/>
              <a:gd name="connsiteY4" fmla="*/ 5162795 h 5169234"/>
              <a:gd name="connsiteX0" fmla="*/ 0 w 4725205"/>
              <a:gd name="connsiteY0" fmla="*/ 5162795 h 5169234"/>
              <a:gd name="connsiteX1" fmla="*/ 2369378 w 4725205"/>
              <a:gd name="connsiteY1" fmla="*/ 19319 h 5169234"/>
              <a:gd name="connsiteX2" fmla="*/ 4725205 w 4725205"/>
              <a:gd name="connsiteY2" fmla="*/ 0 h 5169234"/>
              <a:gd name="connsiteX3" fmla="*/ 2304312 w 4725205"/>
              <a:gd name="connsiteY3" fmla="*/ 5169234 h 5169234"/>
              <a:gd name="connsiteX4" fmla="*/ 0 w 4725205"/>
              <a:gd name="connsiteY4" fmla="*/ 5162795 h 5169234"/>
              <a:gd name="connsiteX0" fmla="*/ 0 w 4725205"/>
              <a:gd name="connsiteY0" fmla="*/ 5162795 h 5169234"/>
              <a:gd name="connsiteX1" fmla="*/ 2382257 w 4725205"/>
              <a:gd name="connsiteY1" fmla="*/ 1 h 5169234"/>
              <a:gd name="connsiteX2" fmla="*/ 4725205 w 4725205"/>
              <a:gd name="connsiteY2" fmla="*/ 0 h 5169234"/>
              <a:gd name="connsiteX3" fmla="*/ 2304312 w 4725205"/>
              <a:gd name="connsiteY3" fmla="*/ 5169234 h 5169234"/>
              <a:gd name="connsiteX4" fmla="*/ 0 w 4725205"/>
              <a:gd name="connsiteY4" fmla="*/ 5162795 h 5169234"/>
              <a:gd name="connsiteX0" fmla="*/ 0 w 4720656"/>
              <a:gd name="connsiteY0" fmla="*/ 5176443 h 5176443"/>
              <a:gd name="connsiteX1" fmla="*/ 2377708 w 4720656"/>
              <a:gd name="connsiteY1" fmla="*/ 1 h 5176443"/>
              <a:gd name="connsiteX2" fmla="*/ 4720656 w 4720656"/>
              <a:gd name="connsiteY2" fmla="*/ 0 h 5176443"/>
              <a:gd name="connsiteX3" fmla="*/ 2299763 w 4720656"/>
              <a:gd name="connsiteY3" fmla="*/ 5169234 h 5176443"/>
              <a:gd name="connsiteX4" fmla="*/ 0 w 4720656"/>
              <a:gd name="connsiteY4" fmla="*/ 5176443 h 5176443"/>
              <a:gd name="connsiteX0" fmla="*/ 0 w 4720656"/>
              <a:gd name="connsiteY0" fmla="*/ 5176443 h 5176443"/>
              <a:gd name="connsiteX1" fmla="*/ 2377708 w 4720656"/>
              <a:gd name="connsiteY1" fmla="*/ 1 h 5176443"/>
              <a:gd name="connsiteX2" fmla="*/ 4720656 w 4720656"/>
              <a:gd name="connsiteY2" fmla="*/ 0 h 5176443"/>
              <a:gd name="connsiteX3" fmla="*/ 2299763 w 4720656"/>
              <a:gd name="connsiteY3" fmla="*/ 5169234 h 5176443"/>
              <a:gd name="connsiteX4" fmla="*/ 0 w 4720656"/>
              <a:gd name="connsiteY4" fmla="*/ 5176443 h 5176443"/>
              <a:gd name="connsiteX0" fmla="*/ 0 w 4711557"/>
              <a:gd name="connsiteY0" fmla="*/ 5167345 h 5169234"/>
              <a:gd name="connsiteX1" fmla="*/ 2368609 w 4711557"/>
              <a:gd name="connsiteY1" fmla="*/ 1 h 5169234"/>
              <a:gd name="connsiteX2" fmla="*/ 4711557 w 4711557"/>
              <a:gd name="connsiteY2" fmla="*/ 0 h 5169234"/>
              <a:gd name="connsiteX3" fmla="*/ 2290664 w 4711557"/>
              <a:gd name="connsiteY3" fmla="*/ 5169234 h 5169234"/>
              <a:gd name="connsiteX4" fmla="*/ 0 w 4711557"/>
              <a:gd name="connsiteY4" fmla="*/ 5167345 h 5169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11557" h="5169234">
                <a:moveTo>
                  <a:pt x="0" y="5167345"/>
                </a:moveTo>
                <a:lnTo>
                  <a:pt x="2368609" y="1"/>
                </a:lnTo>
                <a:lnTo>
                  <a:pt x="4711557" y="0"/>
                </a:lnTo>
                <a:lnTo>
                  <a:pt x="2290664" y="5169234"/>
                </a:lnTo>
                <a:lnTo>
                  <a:pt x="0" y="5167345"/>
                </a:lnTo>
                <a:close/>
              </a:path>
            </a:pathLst>
          </a:custGeom>
          <a:solidFill>
            <a:srgbClr val="FF5451">
              <a:alpha val="50196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4pPr>
              <a:defRPr>
                <a:ln>
                  <a:solidFill>
                    <a:srgbClr val="FF5451"/>
                  </a:solidFill>
                </a:ln>
                <a:solidFill>
                  <a:srgbClr val="FF5451"/>
                </a:solidFill>
              </a:defRPr>
            </a:lvl4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5113728" y="1066801"/>
            <a:ext cx="3562911" cy="350998"/>
          </a:xfrm>
        </p:spPr>
        <p:txBody>
          <a:bodyPr anchor="b">
            <a:noAutofit/>
          </a:bodyPr>
          <a:lstStyle>
            <a:lvl1pPr marL="0" indent="0" algn="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Bildplatzhalter"/>
          <p:cNvSpPr>
            <a:spLocks noGrp="1"/>
          </p:cNvSpPr>
          <p:nvPr>
            <p:ph type="pic" sz="quarter" idx="10"/>
          </p:nvPr>
        </p:nvSpPr>
        <p:spPr bwMode="auto">
          <a:xfrm>
            <a:off x="-1" y="0"/>
            <a:ext cx="6115051" cy="51499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1800" baseline="0"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113728" y="1447164"/>
            <a:ext cx="3562911" cy="2201545"/>
          </a:xfrm>
        </p:spPr>
        <p:txBody>
          <a:bodyPr anchor="t"/>
          <a:lstStyle>
            <a:lvl1pPr algn="r">
              <a:defRPr sz="2800" b="1" cap="all">
                <a:solidFill>
                  <a:srgbClr val="FFFFFF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24199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folie li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platzhalter 4"/>
          <p:cNvSpPr>
            <a:spLocks noGrp="1"/>
          </p:cNvSpPr>
          <p:nvPr>
            <p:ph type="body" sz="quarter" idx="13"/>
          </p:nvPr>
        </p:nvSpPr>
        <p:spPr bwMode="auto">
          <a:xfrm flipH="1">
            <a:off x="-14439" y="-5922"/>
            <a:ext cx="5654316" cy="5152775"/>
          </a:xfrm>
          <a:custGeom>
            <a:avLst/>
            <a:gdLst>
              <a:gd name="connsiteX0" fmla="*/ 0 w 2419350"/>
              <a:gd name="connsiteY0" fmla="*/ 5172957 h 5172957"/>
              <a:gd name="connsiteX1" fmla="*/ 604838 w 2419350"/>
              <a:gd name="connsiteY1" fmla="*/ 0 h 5172957"/>
              <a:gd name="connsiteX2" fmla="*/ 1814513 w 2419350"/>
              <a:gd name="connsiteY2" fmla="*/ 0 h 5172957"/>
              <a:gd name="connsiteX3" fmla="*/ 2419350 w 2419350"/>
              <a:gd name="connsiteY3" fmla="*/ 5172957 h 5172957"/>
              <a:gd name="connsiteX4" fmla="*/ 0 w 2419350"/>
              <a:gd name="connsiteY4" fmla="*/ 5172957 h 5172957"/>
              <a:gd name="connsiteX0" fmla="*/ 0 w 2439138"/>
              <a:gd name="connsiteY0" fmla="*/ 5172957 h 5172957"/>
              <a:gd name="connsiteX1" fmla="*/ 604838 w 2439138"/>
              <a:gd name="connsiteY1" fmla="*/ 0 h 5172957"/>
              <a:gd name="connsiteX2" fmla="*/ 2439138 w 2439138"/>
              <a:gd name="connsiteY2" fmla="*/ 6439 h 5172957"/>
              <a:gd name="connsiteX3" fmla="*/ 2419350 w 2439138"/>
              <a:gd name="connsiteY3" fmla="*/ 5172957 h 5172957"/>
              <a:gd name="connsiteX4" fmla="*/ 0 w 2439138"/>
              <a:gd name="connsiteY4" fmla="*/ 5172957 h 5172957"/>
              <a:gd name="connsiteX0" fmla="*/ 3226626 w 5665764"/>
              <a:gd name="connsiteY0" fmla="*/ 5166518 h 5166518"/>
              <a:gd name="connsiteX1" fmla="*/ 0 w 5665764"/>
              <a:gd name="connsiteY1" fmla="*/ 6440 h 5166518"/>
              <a:gd name="connsiteX2" fmla="*/ 5665764 w 5665764"/>
              <a:gd name="connsiteY2" fmla="*/ 0 h 5166518"/>
              <a:gd name="connsiteX3" fmla="*/ 5645976 w 5665764"/>
              <a:gd name="connsiteY3" fmla="*/ 5166518 h 5166518"/>
              <a:gd name="connsiteX4" fmla="*/ 3226626 w 5665764"/>
              <a:gd name="connsiteY4" fmla="*/ 5166518 h 5166518"/>
              <a:gd name="connsiteX0" fmla="*/ 2421696 w 5665764"/>
              <a:gd name="connsiteY0" fmla="*/ 5192275 h 5192275"/>
              <a:gd name="connsiteX1" fmla="*/ 0 w 5665764"/>
              <a:gd name="connsiteY1" fmla="*/ 6440 h 5192275"/>
              <a:gd name="connsiteX2" fmla="*/ 5665764 w 5665764"/>
              <a:gd name="connsiteY2" fmla="*/ 0 h 5192275"/>
              <a:gd name="connsiteX3" fmla="*/ 5645976 w 5665764"/>
              <a:gd name="connsiteY3" fmla="*/ 5166518 h 5192275"/>
              <a:gd name="connsiteX4" fmla="*/ 2421696 w 5665764"/>
              <a:gd name="connsiteY4" fmla="*/ 5192275 h 5192275"/>
              <a:gd name="connsiteX0" fmla="*/ 2421696 w 5665764"/>
              <a:gd name="connsiteY0" fmla="*/ 5183177 h 5183177"/>
              <a:gd name="connsiteX1" fmla="*/ 0 w 5665764"/>
              <a:gd name="connsiteY1" fmla="*/ 6440 h 5183177"/>
              <a:gd name="connsiteX2" fmla="*/ 5665764 w 5665764"/>
              <a:gd name="connsiteY2" fmla="*/ 0 h 5183177"/>
              <a:gd name="connsiteX3" fmla="*/ 5645976 w 5665764"/>
              <a:gd name="connsiteY3" fmla="*/ 5166518 h 5183177"/>
              <a:gd name="connsiteX4" fmla="*/ 2421696 w 5665764"/>
              <a:gd name="connsiteY4" fmla="*/ 5183177 h 5183177"/>
              <a:gd name="connsiteX0" fmla="*/ 2421696 w 5665764"/>
              <a:gd name="connsiteY0" fmla="*/ 5174079 h 5174079"/>
              <a:gd name="connsiteX1" fmla="*/ 0 w 5665764"/>
              <a:gd name="connsiteY1" fmla="*/ 6440 h 5174079"/>
              <a:gd name="connsiteX2" fmla="*/ 5665764 w 5665764"/>
              <a:gd name="connsiteY2" fmla="*/ 0 h 5174079"/>
              <a:gd name="connsiteX3" fmla="*/ 5645976 w 5665764"/>
              <a:gd name="connsiteY3" fmla="*/ 5166518 h 5174079"/>
              <a:gd name="connsiteX4" fmla="*/ 2421696 w 5665764"/>
              <a:gd name="connsiteY4" fmla="*/ 5174079 h 5174079"/>
              <a:gd name="connsiteX0" fmla="*/ 2417147 w 5665764"/>
              <a:gd name="connsiteY0" fmla="*/ 5169530 h 5169530"/>
              <a:gd name="connsiteX1" fmla="*/ 0 w 5665764"/>
              <a:gd name="connsiteY1" fmla="*/ 6440 h 5169530"/>
              <a:gd name="connsiteX2" fmla="*/ 5665764 w 5665764"/>
              <a:gd name="connsiteY2" fmla="*/ 0 h 5169530"/>
              <a:gd name="connsiteX3" fmla="*/ 5645976 w 5665764"/>
              <a:gd name="connsiteY3" fmla="*/ 5166518 h 5169530"/>
              <a:gd name="connsiteX4" fmla="*/ 2417147 w 5665764"/>
              <a:gd name="connsiteY4" fmla="*/ 5169530 h 5169530"/>
              <a:gd name="connsiteX0" fmla="*/ 2417147 w 5652116"/>
              <a:gd name="connsiteY0" fmla="*/ 5164981 h 5164981"/>
              <a:gd name="connsiteX1" fmla="*/ 0 w 5652116"/>
              <a:gd name="connsiteY1" fmla="*/ 1891 h 5164981"/>
              <a:gd name="connsiteX2" fmla="*/ 5652116 w 5652116"/>
              <a:gd name="connsiteY2" fmla="*/ 0 h 5164981"/>
              <a:gd name="connsiteX3" fmla="*/ 5645976 w 5652116"/>
              <a:gd name="connsiteY3" fmla="*/ 5161969 h 5164981"/>
              <a:gd name="connsiteX4" fmla="*/ 2417147 w 5652116"/>
              <a:gd name="connsiteY4" fmla="*/ 5164981 h 5164981"/>
              <a:gd name="connsiteX0" fmla="*/ 2417147 w 5646219"/>
              <a:gd name="connsiteY0" fmla="*/ 5163090 h 5163090"/>
              <a:gd name="connsiteX1" fmla="*/ 0 w 5646219"/>
              <a:gd name="connsiteY1" fmla="*/ 0 h 5163090"/>
              <a:gd name="connsiteX2" fmla="*/ 5638468 w 5646219"/>
              <a:gd name="connsiteY2" fmla="*/ 11757 h 5163090"/>
              <a:gd name="connsiteX3" fmla="*/ 5645976 w 5646219"/>
              <a:gd name="connsiteY3" fmla="*/ 5160078 h 5163090"/>
              <a:gd name="connsiteX4" fmla="*/ 2417147 w 5646219"/>
              <a:gd name="connsiteY4" fmla="*/ 5163090 h 5163090"/>
              <a:gd name="connsiteX0" fmla="*/ 2417147 w 5646219"/>
              <a:gd name="connsiteY0" fmla="*/ 5164981 h 5164981"/>
              <a:gd name="connsiteX1" fmla="*/ 0 w 5646219"/>
              <a:gd name="connsiteY1" fmla="*/ 1891 h 5164981"/>
              <a:gd name="connsiteX2" fmla="*/ 5638468 w 5646219"/>
              <a:gd name="connsiteY2" fmla="*/ 0 h 5164981"/>
              <a:gd name="connsiteX3" fmla="*/ 5645976 w 5646219"/>
              <a:gd name="connsiteY3" fmla="*/ 5161969 h 5164981"/>
              <a:gd name="connsiteX4" fmla="*/ 2417147 w 5646219"/>
              <a:gd name="connsiteY4" fmla="*/ 5164981 h 5164981"/>
              <a:gd name="connsiteX0" fmla="*/ 2417147 w 5641803"/>
              <a:gd name="connsiteY0" fmla="*/ 5164981 h 5164981"/>
              <a:gd name="connsiteX1" fmla="*/ 0 w 5641803"/>
              <a:gd name="connsiteY1" fmla="*/ 1891 h 5164981"/>
              <a:gd name="connsiteX2" fmla="*/ 5638468 w 5641803"/>
              <a:gd name="connsiteY2" fmla="*/ 0 h 5164981"/>
              <a:gd name="connsiteX3" fmla="*/ 5641426 w 5641803"/>
              <a:gd name="connsiteY3" fmla="*/ 5161969 h 5164981"/>
              <a:gd name="connsiteX4" fmla="*/ 2417147 w 5641803"/>
              <a:gd name="connsiteY4" fmla="*/ 5164981 h 5164981"/>
              <a:gd name="connsiteX0" fmla="*/ 2417147 w 5643017"/>
              <a:gd name="connsiteY0" fmla="*/ 5174079 h 5174079"/>
              <a:gd name="connsiteX1" fmla="*/ 0 w 5643017"/>
              <a:gd name="connsiteY1" fmla="*/ 10989 h 5174079"/>
              <a:gd name="connsiteX2" fmla="*/ 5643017 w 5643017"/>
              <a:gd name="connsiteY2" fmla="*/ 0 h 5174079"/>
              <a:gd name="connsiteX3" fmla="*/ 5641426 w 5643017"/>
              <a:gd name="connsiteY3" fmla="*/ 5171067 h 5174079"/>
              <a:gd name="connsiteX4" fmla="*/ 2417147 w 5643017"/>
              <a:gd name="connsiteY4" fmla="*/ 5174079 h 5174079"/>
              <a:gd name="connsiteX0" fmla="*/ 2417147 w 5643017"/>
              <a:gd name="connsiteY0" fmla="*/ 5174079 h 5174079"/>
              <a:gd name="connsiteX1" fmla="*/ 0 w 5643017"/>
              <a:gd name="connsiteY1" fmla="*/ 4609 h 5174079"/>
              <a:gd name="connsiteX2" fmla="*/ 5643017 w 5643017"/>
              <a:gd name="connsiteY2" fmla="*/ 0 h 5174079"/>
              <a:gd name="connsiteX3" fmla="*/ 5641426 w 5643017"/>
              <a:gd name="connsiteY3" fmla="*/ 5171067 h 5174079"/>
              <a:gd name="connsiteX4" fmla="*/ 2417147 w 5643017"/>
              <a:gd name="connsiteY4" fmla="*/ 5174079 h 5174079"/>
              <a:gd name="connsiteX0" fmla="*/ 2417147 w 5654316"/>
              <a:gd name="connsiteY0" fmla="*/ 5174079 h 5177448"/>
              <a:gd name="connsiteX1" fmla="*/ 0 w 5654316"/>
              <a:gd name="connsiteY1" fmla="*/ 4609 h 5177448"/>
              <a:gd name="connsiteX2" fmla="*/ 5643017 w 5654316"/>
              <a:gd name="connsiteY2" fmla="*/ 0 h 5177448"/>
              <a:gd name="connsiteX3" fmla="*/ 5654126 w 5654316"/>
              <a:gd name="connsiteY3" fmla="*/ 5177448 h 5177448"/>
              <a:gd name="connsiteX4" fmla="*/ 2417147 w 5654316"/>
              <a:gd name="connsiteY4" fmla="*/ 5174079 h 51774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54316" h="5177448">
                <a:moveTo>
                  <a:pt x="2417147" y="5174079"/>
                </a:moveTo>
                <a:lnTo>
                  <a:pt x="0" y="4609"/>
                </a:lnTo>
                <a:lnTo>
                  <a:pt x="5643017" y="0"/>
                </a:lnTo>
                <a:cubicBezTo>
                  <a:pt x="5640970" y="1720656"/>
                  <a:pt x="5656173" y="3456792"/>
                  <a:pt x="5654126" y="5177448"/>
                </a:cubicBezTo>
                <a:lnTo>
                  <a:pt x="2417147" y="517407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4pPr>
              <a:defRPr>
                <a:ln>
                  <a:noFill/>
                </a:ln>
                <a:noFill/>
              </a:defRPr>
            </a:lvl4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1"/>
          </p:nvPr>
        </p:nvSpPr>
        <p:spPr bwMode="auto">
          <a:xfrm flipH="1">
            <a:off x="-14439" y="-4153"/>
            <a:ext cx="4711557" cy="5154092"/>
          </a:xfrm>
          <a:custGeom>
            <a:avLst/>
            <a:gdLst>
              <a:gd name="connsiteX0" fmla="*/ 0 w 1466850"/>
              <a:gd name="connsiteY0" fmla="*/ 1608226 h 1608226"/>
              <a:gd name="connsiteX1" fmla="*/ 366713 w 1466850"/>
              <a:gd name="connsiteY1" fmla="*/ 0 h 1608226"/>
              <a:gd name="connsiteX2" fmla="*/ 1466850 w 1466850"/>
              <a:gd name="connsiteY2" fmla="*/ 0 h 1608226"/>
              <a:gd name="connsiteX3" fmla="*/ 1100138 w 1466850"/>
              <a:gd name="connsiteY3" fmla="*/ 1608226 h 1608226"/>
              <a:gd name="connsiteX4" fmla="*/ 0 w 1466850"/>
              <a:gd name="connsiteY4" fmla="*/ 1608226 h 1608226"/>
              <a:gd name="connsiteX0" fmla="*/ 0 w 2304312"/>
              <a:gd name="connsiteY0" fmla="*/ 1608226 h 1614665"/>
              <a:gd name="connsiteX1" fmla="*/ 366713 w 2304312"/>
              <a:gd name="connsiteY1" fmla="*/ 0 h 1614665"/>
              <a:gd name="connsiteX2" fmla="*/ 1466850 w 2304312"/>
              <a:gd name="connsiteY2" fmla="*/ 0 h 1614665"/>
              <a:gd name="connsiteX3" fmla="*/ 2304312 w 2304312"/>
              <a:gd name="connsiteY3" fmla="*/ 1614665 h 1614665"/>
              <a:gd name="connsiteX4" fmla="*/ 0 w 2304312"/>
              <a:gd name="connsiteY4" fmla="*/ 1608226 h 1614665"/>
              <a:gd name="connsiteX0" fmla="*/ 0 w 4725205"/>
              <a:gd name="connsiteY0" fmla="*/ 5162795 h 5169234"/>
              <a:gd name="connsiteX1" fmla="*/ 366713 w 4725205"/>
              <a:gd name="connsiteY1" fmla="*/ 3554569 h 5169234"/>
              <a:gd name="connsiteX2" fmla="*/ 4725205 w 4725205"/>
              <a:gd name="connsiteY2" fmla="*/ 0 h 5169234"/>
              <a:gd name="connsiteX3" fmla="*/ 2304312 w 4725205"/>
              <a:gd name="connsiteY3" fmla="*/ 5169234 h 5169234"/>
              <a:gd name="connsiteX4" fmla="*/ 0 w 4725205"/>
              <a:gd name="connsiteY4" fmla="*/ 5162795 h 5169234"/>
              <a:gd name="connsiteX0" fmla="*/ 0 w 4725205"/>
              <a:gd name="connsiteY0" fmla="*/ 5162795 h 5169234"/>
              <a:gd name="connsiteX1" fmla="*/ 2369378 w 4725205"/>
              <a:gd name="connsiteY1" fmla="*/ 19319 h 5169234"/>
              <a:gd name="connsiteX2" fmla="*/ 4725205 w 4725205"/>
              <a:gd name="connsiteY2" fmla="*/ 0 h 5169234"/>
              <a:gd name="connsiteX3" fmla="*/ 2304312 w 4725205"/>
              <a:gd name="connsiteY3" fmla="*/ 5169234 h 5169234"/>
              <a:gd name="connsiteX4" fmla="*/ 0 w 4725205"/>
              <a:gd name="connsiteY4" fmla="*/ 5162795 h 5169234"/>
              <a:gd name="connsiteX0" fmla="*/ 0 w 4725205"/>
              <a:gd name="connsiteY0" fmla="*/ 5162795 h 5169234"/>
              <a:gd name="connsiteX1" fmla="*/ 2382257 w 4725205"/>
              <a:gd name="connsiteY1" fmla="*/ 1 h 5169234"/>
              <a:gd name="connsiteX2" fmla="*/ 4725205 w 4725205"/>
              <a:gd name="connsiteY2" fmla="*/ 0 h 5169234"/>
              <a:gd name="connsiteX3" fmla="*/ 2304312 w 4725205"/>
              <a:gd name="connsiteY3" fmla="*/ 5169234 h 5169234"/>
              <a:gd name="connsiteX4" fmla="*/ 0 w 4725205"/>
              <a:gd name="connsiteY4" fmla="*/ 5162795 h 5169234"/>
              <a:gd name="connsiteX0" fmla="*/ 0 w 4720656"/>
              <a:gd name="connsiteY0" fmla="*/ 5176443 h 5176443"/>
              <a:gd name="connsiteX1" fmla="*/ 2377708 w 4720656"/>
              <a:gd name="connsiteY1" fmla="*/ 1 h 5176443"/>
              <a:gd name="connsiteX2" fmla="*/ 4720656 w 4720656"/>
              <a:gd name="connsiteY2" fmla="*/ 0 h 5176443"/>
              <a:gd name="connsiteX3" fmla="*/ 2299763 w 4720656"/>
              <a:gd name="connsiteY3" fmla="*/ 5169234 h 5176443"/>
              <a:gd name="connsiteX4" fmla="*/ 0 w 4720656"/>
              <a:gd name="connsiteY4" fmla="*/ 5176443 h 5176443"/>
              <a:gd name="connsiteX0" fmla="*/ 0 w 4720656"/>
              <a:gd name="connsiteY0" fmla="*/ 5176443 h 5176443"/>
              <a:gd name="connsiteX1" fmla="*/ 2377708 w 4720656"/>
              <a:gd name="connsiteY1" fmla="*/ 1 h 5176443"/>
              <a:gd name="connsiteX2" fmla="*/ 4720656 w 4720656"/>
              <a:gd name="connsiteY2" fmla="*/ 0 h 5176443"/>
              <a:gd name="connsiteX3" fmla="*/ 2299763 w 4720656"/>
              <a:gd name="connsiteY3" fmla="*/ 5169234 h 5176443"/>
              <a:gd name="connsiteX4" fmla="*/ 0 w 4720656"/>
              <a:gd name="connsiteY4" fmla="*/ 5176443 h 5176443"/>
              <a:gd name="connsiteX0" fmla="*/ 0 w 4711557"/>
              <a:gd name="connsiteY0" fmla="*/ 5167345 h 5169234"/>
              <a:gd name="connsiteX1" fmla="*/ 2368609 w 4711557"/>
              <a:gd name="connsiteY1" fmla="*/ 1 h 5169234"/>
              <a:gd name="connsiteX2" fmla="*/ 4711557 w 4711557"/>
              <a:gd name="connsiteY2" fmla="*/ 0 h 5169234"/>
              <a:gd name="connsiteX3" fmla="*/ 2290664 w 4711557"/>
              <a:gd name="connsiteY3" fmla="*/ 5169234 h 5169234"/>
              <a:gd name="connsiteX4" fmla="*/ 0 w 4711557"/>
              <a:gd name="connsiteY4" fmla="*/ 5167345 h 5169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11557" h="5169234">
                <a:moveTo>
                  <a:pt x="0" y="5167345"/>
                </a:moveTo>
                <a:lnTo>
                  <a:pt x="2368609" y="1"/>
                </a:lnTo>
                <a:lnTo>
                  <a:pt x="4711557" y="0"/>
                </a:lnTo>
                <a:lnTo>
                  <a:pt x="2290664" y="5169234"/>
                </a:lnTo>
                <a:lnTo>
                  <a:pt x="0" y="5167345"/>
                </a:lnTo>
                <a:close/>
              </a:path>
            </a:pathLst>
          </a:custGeom>
          <a:solidFill>
            <a:srgbClr val="FF5451">
              <a:alpha val="50196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4pPr>
              <a:defRPr>
                <a:ln>
                  <a:noFill/>
                </a:ln>
                <a:noFill/>
              </a:defRPr>
            </a:lvl4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71878" y="1066801"/>
            <a:ext cx="3562911" cy="350998"/>
          </a:xfrm>
        </p:spPr>
        <p:txBody>
          <a:bodyPr anchor="b">
            <a:no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Bildplatzhalter"/>
          <p:cNvSpPr>
            <a:spLocks noGrp="1"/>
          </p:cNvSpPr>
          <p:nvPr>
            <p:ph type="pic" sz="quarter" idx="10"/>
          </p:nvPr>
        </p:nvSpPr>
        <p:spPr bwMode="auto">
          <a:xfrm>
            <a:off x="2711450" y="0"/>
            <a:ext cx="6432551" cy="51499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1800" baseline="0"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1878" y="1447164"/>
            <a:ext cx="3562911" cy="2201545"/>
          </a:xfrm>
        </p:spPr>
        <p:txBody>
          <a:bodyPr anchor="t"/>
          <a:lstStyle>
            <a:lvl1pPr algn="l">
              <a:defRPr sz="2800" b="1" cap="all">
                <a:solidFill>
                  <a:srgbClr val="FFFFFF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487126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folie ohne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d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9300" y="0"/>
            <a:ext cx="33147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257588" y="2078847"/>
            <a:ext cx="6400800" cy="1487313"/>
          </a:xfrm>
          <a:prstGeom prst="rect">
            <a:avLst/>
          </a:prstGeom>
        </p:spPr>
        <p:txBody>
          <a:bodyPr anchor="t"/>
          <a:lstStyle>
            <a:lvl1pPr>
              <a:defRPr sz="2800">
                <a:solidFill>
                  <a:srgbClr val="262A3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257587" y="1740092"/>
            <a:ext cx="6400800" cy="33875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1800">
                <a:solidFill>
                  <a:srgbClr val="262A3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cxnSp>
        <p:nvCxnSpPr>
          <p:cNvPr id="9" name="Gerade Verbindung 10"/>
          <p:cNvCxnSpPr/>
          <p:nvPr userDrawn="1"/>
        </p:nvCxnSpPr>
        <p:spPr>
          <a:xfrm>
            <a:off x="457200" y="4713670"/>
            <a:ext cx="5731459" cy="0"/>
          </a:xfrm>
          <a:prstGeom prst="line">
            <a:avLst/>
          </a:prstGeom>
          <a:ln w="3175" cmpd="sng">
            <a:solidFill>
              <a:srgbClr val="D8413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Grafik 1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4769366"/>
            <a:ext cx="547323" cy="3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1062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(formatfülle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Bildplatzhalter 11"/>
          <p:cNvSpPr>
            <a:spLocks noGrp="1"/>
          </p:cNvSpPr>
          <p:nvPr>
            <p:ph type="pic" sz="quarter" idx="15"/>
          </p:nvPr>
        </p:nvSpPr>
        <p:spPr>
          <a:xfrm>
            <a:off x="8468" y="8468"/>
            <a:ext cx="9135532" cy="5135032"/>
          </a:xfrm>
        </p:spPr>
        <p:txBody>
          <a:bodyPr rtlCol="0">
            <a:normAutofit/>
          </a:bodyPr>
          <a:lstStyle/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41037985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elen Dank!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ild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8628" y="0"/>
            <a:ext cx="3524250" cy="51579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365495" y="2078847"/>
            <a:ext cx="7984797" cy="562753"/>
          </a:xfrm>
        </p:spPr>
        <p:txBody>
          <a:bodyPr anchor="t"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8" name="Inhaltsplatzhalter 3"/>
          <p:cNvSpPr>
            <a:spLocks noGrp="1"/>
          </p:cNvSpPr>
          <p:nvPr>
            <p:ph sz="half" idx="2"/>
          </p:nvPr>
        </p:nvSpPr>
        <p:spPr>
          <a:xfrm>
            <a:off x="365495" y="2834640"/>
            <a:ext cx="4672172" cy="1847427"/>
          </a:xfrm>
        </p:spPr>
        <p:txBody>
          <a:bodyPr>
            <a:noAutofit/>
          </a:bodyPr>
          <a:lstStyle>
            <a:lvl1pPr marL="0" indent="0">
              <a:buNone/>
              <a:defRPr sz="1100" baseline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457200" indent="0">
              <a:buNone/>
              <a:defRPr sz="110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</p:spTree>
    <p:extLst>
      <p:ext uri="{BB962C8B-B14F-4D97-AF65-F5344CB8AC3E}">
        <p14:creationId xmlns:p14="http://schemas.microsoft.com/office/powerpoint/2010/main" val="36646492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mit Unter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57200" y="304799"/>
            <a:ext cx="8234363" cy="758825"/>
          </a:xfrm>
          <a:prstGeom prst="rect">
            <a:avLst/>
          </a:prstGeom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457200" y="1617134"/>
            <a:ext cx="8234363" cy="2985558"/>
          </a:xfrm>
          <a:prstGeom prst="rect">
            <a:avLst/>
          </a:prstGeom>
        </p:spPr>
        <p:txBody>
          <a:bodyPr>
            <a:noAutofit/>
          </a:bodyPr>
          <a:lstStyle>
            <a:lvl1pPr marL="269875" indent="-269875">
              <a:buClr>
                <a:srgbClr val="D8413E"/>
              </a:buClr>
              <a:buFont typeface="Symbol" charset="2"/>
              <a:buChar char="-"/>
              <a:defRPr sz="180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14375" indent="-257175">
              <a:buClr>
                <a:srgbClr val="D8413E"/>
              </a:buClr>
              <a:buFont typeface="Symbol" charset="2"/>
              <a:buChar char="-"/>
              <a:defRPr sz="160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60463" indent="-246063">
              <a:buClr>
                <a:srgbClr val="D8413E"/>
              </a:buClr>
              <a:buFont typeface="Symbol" charset="2"/>
              <a:buChar char="-"/>
              <a:defRPr sz="160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17663" indent="-246063">
              <a:buClr>
                <a:srgbClr val="D8413E"/>
              </a:buClr>
              <a:buFont typeface="Symbol" charset="2"/>
              <a:buChar char="-"/>
              <a:defRPr sz="160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63750" indent="-234950">
              <a:buClr>
                <a:srgbClr val="D8413E"/>
              </a:buClr>
              <a:buFont typeface="Symbol" charset="2"/>
              <a:buChar char="-"/>
              <a:defRPr sz="160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125940"/>
            <a:ext cx="8234363" cy="377740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1400" cap="all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</a:lstStyle>
          <a:p>
            <a:pPr lvl="0"/>
            <a:r>
              <a:rPr lang="de-DE" dirty="0"/>
              <a:t>Formatvorlagen des Textmasters bearbeiten</a:t>
            </a:r>
          </a:p>
        </p:txBody>
      </p:sp>
      <p:sp>
        <p:nvSpPr>
          <p:cNvPr id="14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7948613" y="4879075"/>
            <a:ext cx="742950" cy="204716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marR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pPr>
              <a:defRPr/>
            </a:pPr>
            <a:fld id="{248790C2-FB8D-4AD1-BFB1-8D82BB9A4283}" type="slidenum">
              <a:rPr lang="de-DE" altLang="de-DE" sz="1000" smtClean="0">
                <a:solidFill>
                  <a:srgbClr val="D841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defRPr/>
              </a:pPr>
              <a:t>‹Nr.›</a:t>
            </a:fld>
            <a:endParaRPr lang="de-DE" altLang="de-DE" sz="1000" dirty="0">
              <a:solidFill>
                <a:srgbClr val="D841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90436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3162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ohne Unter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57200" y="304799"/>
            <a:ext cx="8234363" cy="758825"/>
          </a:xfrm>
          <a:prstGeom prst="rect">
            <a:avLst/>
          </a:prstGeom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457200" y="1223492"/>
            <a:ext cx="8234363" cy="3379199"/>
          </a:xfrm>
          <a:prstGeom prst="rect">
            <a:avLst/>
          </a:prstGeom>
        </p:spPr>
        <p:txBody>
          <a:bodyPr>
            <a:noAutofit/>
          </a:bodyPr>
          <a:lstStyle>
            <a:lvl1pPr marL="269875" indent="-269875">
              <a:buClr>
                <a:srgbClr val="D8413E"/>
              </a:buClr>
              <a:buFont typeface="Symbol" charset="2"/>
              <a:buChar char="-"/>
              <a:defRPr sz="180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14375" indent="-257175">
              <a:buClr>
                <a:srgbClr val="D8413E"/>
              </a:buClr>
              <a:buFont typeface="Symbol" charset="2"/>
              <a:buChar char="-"/>
              <a:defRPr sz="160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60463" indent="-246063">
              <a:buClr>
                <a:srgbClr val="D8413E"/>
              </a:buClr>
              <a:buFont typeface="Symbol" charset="2"/>
              <a:buChar char="-"/>
              <a:defRPr sz="160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17663" indent="-246063">
              <a:buClr>
                <a:srgbClr val="D8413E"/>
              </a:buClr>
              <a:buFont typeface="Symbol" charset="2"/>
              <a:buChar char="-"/>
              <a:defRPr sz="160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63750" indent="-234950">
              <a:buClr>
                <a:srgbClr val="D8413E"/>
              </a:buClr>
              <a:buFont typeface="Symbol" charset="2"/>
              <a:buChar char="-"/>
              <a:defRPr sz="160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7948613" y="4879075"/>
            <a:ext cx="742950" cy="204716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marR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pPr>
              <a:defRPr/>
            </a:pPr>
            <a:fld id="{AFCF9BA9-AB08-46E1-A235-3AC71B2FE2C1}" type="slidenum">
              <a:rPr lang="de-DE" altLang="de-DE" sz="1000" smtClean="0">
                <a:solidFill>
                  <a:srgbClr val="D841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defRPr/>
              </a:pPr>
              <a:t>‹Nr.›</a:t>
            </a:fld>
            <a:endParaRPr lang="de-DE" altLang="de-DE" sz="1000" dirty="0">
              <a:solidFill>
                <a:srgbClr val="D841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923296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- 2 Blöck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57200" y="304797"/>
            <a:ext cx="8229600" cy="758827"/>
          </a:xfrm>
          <a:prstGeom prst="rect">
            <a:avLst/>
          </a:prstGeom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457200" y="1617133"/>
            <a:ext cx="3952240" cy="2977092"/>
          </a:xfrm>
          <a:prstGeom prst="rect">
            <a:avLst/>
          </a:prstGeom>
        </p:spPr>
        <p:txBody>
          <a:bodyPr>
            <a:noAutofit/>
          </a:bodyPr>
          <a:lstStyle>
            <a:lvl1pPr marL="269875" indent="-269875">
              <a:buClr>
                <a:srgbClr val="D8413E"/>
              </a:buClr>
              <a:buFont typeface="Symbol" charset="2"/>
              <a:buChar char="-"/>
              <a:defRPr sz="180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14375" indent="-257175">
              <a:buClr>
                <a:srgbClr val="D8413E"/>
              </a:buClr>
              <a:buFont typeface="Symbol" charset="2"/>
              <a:buChar char="-"/>
              <a:defRPr sz="160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60463" indent="-246063">
              <a:buClr>
                <a:srgbClr val="D8413E"/>
              </a:buClr>
              <a:buFont typeface="Symbol" charset="2"/>
              <a:buChar char="-"/>
              <a:defRPr sz="160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17663" indent="-246063">
              <a:buClr>
                <a:srgbClr val="D8413E"/>
              </a:buClr>
              <a:buFont typeface="Symbol" charset="2"/>
              <a:buChar char="-"/>
              <a:defRPr sz="160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00250" indent="-171450">
              <a:buClr>
                <a:srgbClr val="D8413E"/>
              </a:buClr>
              <a:buFont typeface="Symbol" charset="2"/>
              <a:buChar char="-"/>
              <a:defRPr sz="160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139588"/>
            <a:ext cx="8229600" cy="364092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1400" cap="all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</a:lstStyle>
          <a:p>
            <a:pPr lvl="0"/>
            <a:r>
              <a:rPr lang="de-DE" dirty="0"/>
              <a:t>Formatvorlagen des Textmasters bearbeiten</a:t>
            </a:r>
          </a:p>
        </p:txBody>
      </p:sp>
      <p:sp>
        <p:nvSpPr>
          <p:cNvPr id="9" name="Inhaltsplatzhalter 2"/>
          <p:cNvSpPr>
            <a:spLocks noGrp="1"/>
          </p:cNvSpPr>
          <p:nvPr>
            <p:ph idx="14" hasCustomPrompt="1"/>
          </p:nvPr>
        </p:nvSpPr>
        <p:spPr>
          <a:xfrm>
            <a:off x="4724400" y="1617133"/>
            <a:ext cx="3962400" cy="2977092"/>
          </a:xfrm>
          <a:prstGeom prst="rect">
            <a:avLst/>
          </a:prstGeom>
        </p:spPr>
        <p:txBody>
          <a:bodyPr>
            <a:noAutofit/>
          </a:bodyPr>
          <a:lstStyle>
            <a:lvl1pPr marL="269875" indent="-269875">
              <a:buClr>
                <a:srgbClr val="D8413E"/>
              </a:buClr>
              <a:buFont typeface="Symbol" charset="2"/>
              <a:buChar char="-"/>
              <a:defRPr sz="180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14375" indent="-257175">
              <a:buClr>
                <a:srgbClr val="D8413E"/>
              </a:buClr>
              <a:buFont typeface="Symbol" charset="2"/>
              <a:buChar char="-"/>
              <a:defRPr sz="160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60463" indent="-246063">
              <a:buClr>
                <a:srgbClr val="D8413E"/>
              </a:buClr>
              <a:buFont typeface="Symbol" charset="2"/>
              <a:buChar char="-"/>
              <a:defRPr sz="160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17663" indent="-246063">
              <a:buClr>
                <a:srgbClr val="D8413E"/>
              </a:buClr>
              <a:buFont typeface="Symbol" charset="2"/>
              <a:buChar char="-"/>
              <a:defRPr sz="160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00250" indent="-171450">
              <a:buClr>
                <a:srgbClr val="D8413E"/>
              </a:buClr>
              <a:buFont typeface="Symbol" charset="2"/>
              <a:buChar char="-"/>
              <a:defRPr sz="160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1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7948613" y="4879075"/>
            <a:ext cx="742950" cy="204716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marR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pPr>
              <a:defRPr/>
            </a:pPr>
            <a:fld id="{E6F2A070-8A77-484A-BFE7-6B1E5C215647}" type="slidenum">
              <a:rPr lang="de-DE" altLang="de-DE" sz="1000" smtClean="0">
                <a:solidFill>
                  <a:srgbClr val="D841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defRPr/>
              </a:pPr>
              <a:t>‹Nr.›</a:t>
            </a:fld>
            <a:endParaRPr lang="de-DE" altLang="de-DE" sz="1000" dirty="0">
              <a:solidFill>
                <a:srgbClr val="D841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79539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mit Bildunt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57200" y="304797"/>
            <a:ext cx="8229600" cy="758827"/>
          </a:xfrm>
          <a:prstGeom prst="rect">
            <a:avLst/>
          </a:prstGeom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12" name="Bildplatzhalter 11"/>
          <p:cNvSpPr>
            <a:spLocks noGrp="1"/>
          </p:cNvSpPr>
          <p:nvPr>
            <p:ph type="pic" sz="quarter" idx="16"/>
          </p:nvPr>
        </p:nvSpPr>
        <p:spPr>
          <a:xfrm>
            <a:off x="457200" y="1243691"/>
            <a:ext cx="8229600" cy="3057375"/>
          </a:xfrm>
          <a:prstGeom prst="rect">
            <a:avLst/>
          </a:prstGeom>
        </p:spPr>
        <p:txBody>
          <a:bodyPr rtlCol="0">
            <a:noAutofit/>
          </a:bodyPr>
          <a:lstStyle>
            <a:lvl1pPr>
              <a:defRPr>
                <a:solidFill>
                  <a:srgbClr val="262A3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</a:lstStyle>
          <a:p>
            <a:pPr lvl="0"/>
            <a:r>
              <a:rPr lang="de-DE" noProof="0" dirty="0"/>
              <a:t>Bild durch Klicken auf Symbol hinzufügen</a:t>
            </a:r>
          </a:p>
        </p:txBody>
      </p:sp>
      <p:sp>
        <p:nvSpPr>
          <p:cNvPr id="14" name="Inhaltsplatzhalter 2"/>
          <p:cNvSpPr>
            <a:spLocks noGrp="1"/>
          </p:cNvSpPr>
          <p:nvPr>
            <p:ph idx="1"/>
          </p:nvPr>
        </p:nvSpPr>
        <p:spPr>
          <a:xfrm>
            <a:off x="457200" y="4368811"/>
            <a:ext cx="8229600" cy="33019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Clr>
                <a:srgbClr val="D8413E"/>
              </a:buClr>
              <a:buFont typeface="Symbol" charset="2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28650" indent="-171450">
              <a:buClr>
                <a:srgbClr val="D8413E"/>
              </a:buClr>
              <a:buFont typeface="Symbol" charset="2"/>
              <a:buChar char="-"/>
              <a:defRPr sz="1200"/>
            </a:lvl2pPr>
            <a:lvl3pPr marL="1085850" indent="-171450">
              <a:buClr>
                <a:srgbClr val="D8413E"/>
              </a:buClr>
              <a:buFont typeface="Symbol" charset="2"/>
              <a:buChar char="-"/>
              <a:defRPr sz="1200"/>
            </a:lvl3pPr>
            <a:lvl4pPr marL="1543050" indent="-171450">
              <a:buClr>
                <a:srgbClr val="D8413E"/>
              </a:buClr>
              <a:buFont typeface="Symbol" charset="2"/>
              <a:buChar char="-"/>
              <a:defRPr sz="1200"/>
            </a:lvl4pPr>
            <a:lvl5pPr marL="2000250" indent="-171450">
              <a:buClr>
                <a:srgbClr val="D8413E"/>
              </a:buClr>
              <a:buFont typeface="Symbol" charset="2"/>
              <a:buChar char="-"/>
              <a:defRPr sz="1200"/>
            </a:lvl5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8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7948613" y="4879075"/>
            <a:ext cx="742950" cy="204716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marR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pPr>
              <a:defRPr/>
            </a:pPr>
            <a:fld id="{43582BE0-97CE-412F-80F1-16DC6BED1781}" type="slidenum">
              <a:rPr lang="de-DE" altLang="de-DE" sz="1000" smtClean="0">
                <a:solidFill>
                  <a:srgbClr val="D841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defRPr/>
              </a:pPr>
              <a:t>‹Nr.›</a:t>
            </a:fld>
            <a:endParaRPr lang="de-DE" altLang="de-DE" sz="1000" dirty="0">
              <a:solidFill>
                <a:srgbClr val="D841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2544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1"/>
          <p:cNvSpPr>
            <a:spLocks noGrp="1"/>
          </p:cNvSpPr>
          <p:nvPr>
            <p:ph type="title" hasCustomPrompt="1"/>
          </p:nvPr>
        </p:nvSpPr>
        <p:spPr>
          <a:xfrm>
            <a:off x="457200" y="304797"/>
            <a:ext cx="8229600" cy="758827"/>
          </a:xfrm>
          <a:prstGeom prst="rect">
            <a:avLst/>
          </a:prstGeom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9" name="Inhaltsplatzhalter 2"/>
          <p:cNvSpPr>
            <a:spLocks noGrp="1"/>
          </p:cNvSpPr>
          <p:nvPr>
            <p:ph idx="1"/>
          </p:nvPr>
        </p:nvSpPr>
        <p:spPr>
          <a:xfrm>
            <a:off x="457200" y="4368811"/>
            <a:ext cx="8229600" cy="33019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Clr>
                <a:srgbClr val="D8413E"/>
              </a:buClr>
              <a:buFont typeface="Symbol" charset="2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28650" indent="-171450">
              <a:buClr>
                <a:srgbClr val="D8413E"/>
              </a:buClr>
              <a:buFont typeface="Symbol" charset="2"/>
              <a:buChar char="-"/>
              <a:defRPr sz="1200"/>
            </a:lvl2pPr>
            <a:lvl3pPr marL="1085850" indent="-171450">
              <a:buClr>
                <a:srgbClr val="D8413E"/>
              </a:buClr>
              <a:buFont typeface="Symbol" charset="2"/>
              <a:buChar char="-"/>
              <a:defRPr sz="1200"/>
            </a:lvl3pPr>
            <a:lvl4pPr marL="1543050" indent="-171450">
              <a:buClr>
                <a:srgbClr val="D8413E"/>
              </a:buClr>
              <a:buFont typeface="Symbol" charset="2"/>
              <a:buChar char="-"/>
              <a:defRPr sz="1200"/>
            </a:lvl4pPr>
            <a:lvl5pPr marL="2000250" indent="-171450">
              <a:buClr>
                <a:srgbClr val="D8413E"/>
              </a:buClr>
              <a:buFont typeface="Symbol" charset="2"/>
              <a:buChar char="-"/>
              <a:defRPr sz="1200"/>
            </a:lvl5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11" name="Tabellenplatzhalter 10"/>
          <p:cNvSpPr>
            <a:spLocks noGrp="1"/>
          </p:cNvSpPr>
          <p:nvPr>
            <p:ph type="tbl" sz="quarter" idx="16"/>
          </p:nvPr>
        </p:nvSpPr>
        <p:spPr>
          <a:xfrm>
            <a:off x="457200" y="1597677"/>
            <a:ext cx="8234363" cy="269293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</a:lstStyle>
          <a:p>
            <a:pPr lvl="0"/>
            <a:r>
              <a:rPr lang="de-DE" noProof="0" dirty="0"/>
              <a:t>Tabelle durch Klicken auf Symbol hinzufügen</a:t>
            </a:r>
          </a:p>
        </p:txBody>
      </p:sp>
      <p:sp>
        <p:nvSpPr>
          <p:cNvPr id="12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141828"/>
            <a:ext cx="8229600" cy="361852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1400" cap="all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</a:lstStyle>
          <a:p>
            <a:pPr lvl="0"/>
            <a:r>
              <a:rPr lang="de-DE" dirty="0"/>
              <a:t>Formatvorlagen des Textmasters bearbeiten</a:t>
            </a:r>
          </a:p>
        </p:txBody>
      </p:sp>
      <p:sp>
        <p:nvSpPr>
          <p:cNvPr id="10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7948613" y="4879075"/>
            <a:ext cx="742950" cy="204716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marR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pPr>
              <a:defRPr/>
            </a:pPr>
            <a:fld id="{A0321171-B06E-4659-9CF5-7D6E520FDC11}" type="slidenum">
              <a:rPr lang="de-DE" altLang="de-DE" sz="1000" smtClean="0">
                <a:solidFill>
                  <a:srgbClr val="D841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defRPr/>
              </a:pPr>
              <a:t>‹Nr.›</a:t>
            </a:fld>
            <a:endParaRPr lang="de-DE" altLang="de-DE" sz="1000" dirty="0">
              <a:solidFill>
                <a:srgbClr val="D841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718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Diagram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57200" y="304797"/>
            <a:ext cx="8229600" cy="758827"/>
          </a:xfrm>
          <a:prstGeom prst="rect">
            <a:avLst/>
          </a:prstGeom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4368811"/>
            <a:ext cx="8229600" cy="33019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Clr>
                <a:srgbClr val="D8413E"/>
              </a:buClr>
              <a:buFont typeface="Symbol" charset="2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28650" indent="-171450">
              <a:buClr>
                <a:srgbClr val="D8413E"/>
              </a:buClr>
              <a:buFont typeface="Symbol" charset="2"/>
              <a:buChar char="-"/>
              <a:defRPr sz="1200"/>
            </a:lvl2pPr>
            <a:lvl3pPr marL="1085850" indent="-171450">
              <a:buClr>
                <a:srgbClr val="D8413E"/>
              </a:buClr>
              <a:buFont typeface="Symbol" charset="2"/>
              <a:buChar char="-"/>
              <a:defRPr sz="1200"/>
            </a:lvl3pPr>
            <a:lvl4pPr marL="1543050" indent="-171450">
              <a:buClr>
                <a:srgbClr val="D8413E"/>
              </a:buClr>
              <a:buFont typeface="Symbol" charset="2"/>
              <a:buChar char="-"/>
              <a:defRPr sz="1200"/>
            </a:lvl4pPr>
            <a:lvl5pPr marL="2000250" indent="-171450">
              <a:buClr>
                <a:srgbClr val="D8413E"/>
              </a:buClr>
              <a:buFont typeface="Symbol" charset="2"/>
              <a:buChar char="-"/>
              <a:defRPr sz="1200"/>
            </a:lvl5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8" name="Diagrammplatzhalter 7"/>
          <p:cNvSpPr>
            <a:spLocks noGrp="1"/>
          </p:cNvSpPr>
          <p:nvPr>
            <p:ph type="chart" sz="quarter" idx="16"/>
          </p:nvPr>
        </p:nvSpPr>
        <p:spPr>
          <a:xfrm>
            <a:off x="457200" y="1229028"/>
            <a:ext cx="8229600" cy="3061228"/>
          </a:xfrm>
          <a:prstGeom prst="rect">
            <a:avLst/>
          </a:prstGeom>
        </p:spPr>
        <p:txBody>
          <a:bodyPr rtlCol="0">
            <a:normAutofit/>
          </a:bodyPr>
          <a:lstStyle>
            <a:lvl1pPr>
              <a:defRPr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</a:lstStyle>
          <a:p>
            <a:pPr lvl="0"/>
            <a:r>
              <a:rPr lang="de-DE" noProof="0" dirty="0"/>
              <a:t>Diagramm durch Klicken auf Symbol hinzufügen</a:t>
            </a:r>
          </a:p>
        </p:txBody>
      </p:sp>
      <p:cxnSp>
        <p:nvCxnSpPr>
          <p:cNvPr id="16" name="Gerade Verbindung 10"/>
          <p:cNvCxnSpPr/>
          <p:nvPr userDrawn="1"/>
        </p:nvCxnSpPr>
        <p:spPr>
          <a:xfrm>
            <a:off x="457200" y="4713670"/>
            <a:ext cx="8229600" cy="0"/>
          </a:xfrm>
          <a:prstGeom prst="line">
            <a:avLst/>
          </a:prstGeom>
          <a:ln w="3175" cmpd="sng">
            <a:solidFill>
              <a:srgbClr val="D8413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7948613" y="4879075"/>
            <a:ext cx="742950" cy="204716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marR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pPr>
              <a:defRPr/>
            </a:pPr>
            <a:fld id="{D98C2DD5-50CB-445D-B765-8AD2D4C5531F}" type="slidenum">
              <a:rPr lang="de-DE" altLang="de-DE" sz="1000" smtClean="0">
                <a:solidFill>
                  <a:srgbClr val="D841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defRPr/>
              </a:pPr>
              <a:t>‹Nr.›</a:t>
            </a:fld>
            <a:endParaRPr lang="de-DE" altLang="de-DE" sz="1000" dirty="0">
              <a:solidFill>
                <a:srgbClr val="D841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53045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Diagram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57200" y="304797"/>
            <a:ext cx="8229600" cy="758827"/>
          </a:xfrm>
          <a:prstGeom prst="rect">
            <a:avLst/>
          </a:prstGeom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4368811"/>
            <a:ext cx="3962400" cy="33019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Clr>
                <a:srgbClr val="D8413E"/>
              </a:buClr>
              <a:buFont typeface="Symbol" charset="2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28650" indent="-171450">
              <a:buClr>
                <a:srgbClr val="D8413E"/>
              </a:buClr>
              <a:buFont typeface="Symbol" charset="2"/>
              <a:buChar char="-"/>
              <a:defRPr sz="1200"/>
            </a:lvl2pPr>
            <a:lvl3pPr marL="1085850" indent="-171450">
              <a:buClr>
                <a:srgbClr val="D8413E"/>
              </a:buClr>
              <a:buFont typeface="Symbol" charset="2"/>
              <a:buChar char="-"/>
              <a:defRPr sz="1200"/>
            </a:lvl3pPr>
            <a:lvl4pPr marL="1543050" indent="-171450">
              <a:buClr>
                <a:srgbClr val="D8413E"/>
              </a:buClr>
              <a:buFont typeface="Symbol" charset="2"/>
              <a:buChar char="-"/>
              <a:defRPr sz="1200"/>
            </a:lvl4pPr>
            <a:lvl5pPr marL="2000250" indent="-171450">
              <a:buClr>
                <a:srgbClr val="D8413E"/>
              </a:buClr>
              <a:buFont typeface="Symbol" charset="2"/>
              <a:buChar char="-"/>
              <a:defRPr sz="1200"/>
            </a:lvl5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8" name="Diagrammplatzhalter 7"/>
          <p:cNvSpPr>
            <a:spLocks noGrp="1"/>
          </p:cNvSpPr>
          <p:nvPr>
            <p:ph type="chart" sz="quarter" idx="16"/>
          </p:nvPr>
        </p:nvSpPr>
        <p:spPr>
          <a:xfrm>
            <a:off x="457200" y="1181092"/>
            <a:ext cx="3962400" cy="3086108"/>
          </a:xfrm>
          <a:prstGeom prst="rect">
            <a:avLst/>
          </a:prstGeom>
        </p:spPr>
        <p:txBody>
          <a:bodyPr rtlCol="0">
            <a:normAutofit/>
          </a:bodyPr>
          <a:lstStyle>
            <a:lvl1pPr>
              <a:defRPr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</a:lstStyle>
          <a:p>
            <a:pPr lvl="0"/>
            <a:r>
              <a:rPr lang="de-DE" noProof="0" dirty="0"/>
              <a:t>Diagramm durch Klicken auf Symbol hinzufügen</a:t>
            </a:r>
          </a:p>
        </p:txBody>
      </p:sp>
      <p:sp>
        <p:nvSpPr>
          <p:cNvPr id="13" name="Inhaltsplatzhalter 2"/>
          <p:cNvSpPr>
            <a:spLocks noGrp="1"/>
          </p:cNvSpPr>
          <p:nvPr>
            <p:ph idx="20"/>
          </p:nvPr>
        </p:nvSpPr>
        <p:spPr>
          <a:xfrm>
            <a:off x="4714875" y="4368811"/>
            <a:ext cx="3962400" cy="33019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Clr>
                <a:srgbClr val="D8413E"/>
              </a:buClr>
              <a:buFont typeface="Symbol" charset="2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28650" indent="-171450">
              <a:buClr>
                <a:srgbClr val="D8413E"/>
              </a:buClr>
              <a:buFont typeface="Symbol" charset="2"/>
              <a:buChar char="-"/>
              <a:defRPr sz="1200"/>
            </a:lvl2pPr>
            <a:lvl3pPr marL="1085850" indent="-171450">
              <a:buClr>
                <a:srgbClr val="D8413E"/>
              </a:buClr>
              <a:buFont typeface="Symbol" charset="2"/>
              <a:buChar char="-"/>
              <a:defRPr sz="1200"/>
            </a:lvl3pPr>
            <a:lvl4pPr marL="1543050" indent="-171450">
              <a:buClr>
                <a:srgbClr val="D8413E"/>
              </a:buClr>
              <a:buFont typeface="Symbol" charset="2"/>
              <a:buChar char="-"/>
              <a:defRPr sz="1200"/>
            </a:lvl4pPr>
            <a:lvl5pPr marL="2000250" indent="-171450">
              <a:buClr>
                <a:srgbClr val="D8413E"/>
              </a:buClr>
              <a:buFont typeface="Symbol" charset="2"/>
              <a:buChar char="-"/>
              <a:defRPr sz="1200"/>
            </a:lvl5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14" name="Diagrammplatzhalter 7"/>
          <p:cNvSpPr>
            <a:spLocks noGrp="1"/>
          </p:cNvSpPr>
          <p:nvPr>
            <p:ph type="chart" sz="quarter" idx="21"/>
          </p:nvPr>
        </p:nvSpPr>
        <p:spPr>
          <a:xfrm>
            <a:off x="4714875" y="1181092"/>
            <a:ext cx="3962400" cy="3086108"/>
          </a:xfrm>
          <a:prstGeom prst="rect">
            <a:avLst/>
          </a:prstGeom>
        </p:spPr>
        <p:txBody>
          <a:bodyPr rtlCol="0">
            <a:normAutofit/>
          </a:bodyPr>
          <a:lstStyle>
            <a:lvl1pPr>
              <a:defRPr sz="120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</a:lstStyle>
          <a:p>
            <a:pPr lvl="0"/>
            <a:r>
              <a:rPr lang="de-DE" noProof="0" dirty="0"/>
              <a:t>Diagramm durch Klicken auf Symbol hinzufügen</a:t>
            </a:r>
          </a:p>
        </p:txBody>
      </p:sp>
      <p:sp>
        <p:nvSpPr>
          <p:cNvPr id="10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7948613" y="4879075"/>
            <a:ext cx="742950" cy="204716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marR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pPr>
              <a:defRPr/>
            </a:pPr>
            <a:fld id="{64035955-D4DF-4360-912A-517416A0AD74}" type="slidenum">
              <a:rPr lang="de-DE" altLang="de-DE" sz="1000" smtClean="0">
                <a:solidFill>
                  <a:srgbClr val="D841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defRPr/>
              </a:pPr>
              <a:t>‹Nr.›</a:t>
            </a:fld>
            <a:endParaRPr lang="de-DE" altLang="de-DE" sz="1000" dirty="0">
              <a:solidFill>
                <a:srgbClr val="D841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91593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mit Text li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el 1"/>
          <p:cNvSpPr>
            <a:spLocks noGrp="1"/>
          </p:cNvSpPr>
          <p:nvPr>
            <p:ph type="title" hasCustomPrompt="1"/>
          </p:nvPr>
        </p:nvSpPr>
        <p:spPr>
          <a:xfrm>
            <a:off x="457200" y="372533"/>
            <a:ext cx="2692400" cy="999067"/>
          </a:xfrm>
          <a:prstGeom prst="rect">
            <a:avLst/>
          </a:prstGeom>
        </p:spPr>
        <p:txBody>
          <a:bodyPr anchor="b"/>
          <a:lstStyle>
            <a:lvl1pPr algn="l">
              <a:defRPr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14" name="Inhaltsplatzhalter 2"/>
          <p:cNvSpPr>
            <a:spLocks noGrp="1"/>
          </p:cNvSpPr>
          <p:nvPr>
            <p:ph idx="1" hasCustomPrompt="1"/>
          </p:nvPr>
        </p:nvSpPr>
        <p:spPr>
          <a:xfrm>
            <a:off x="457200" y="1503680"/>
            <a:ext cx="2692400" cy="3195327"/>
          </a:xfrm>
          <a:prstGeom prst="rect">
            <a:avLst/>
          </a:prstGeom>
        </p:spPr>
        <p:txBody>
          <a:bodyPr>
            <a:noAutofit/>
          </a:bodyPr>
          <a:lstStyle>
            <a:lvl1pPr marL="171450" indent="-171450">
              <a:buClr>
                <a:srgbClr val="D8413E"/>
              </a:buClr>
              <a:buFont typeface="Symbol" charset="2"/>
              <a:buChar char="-"/>
              <a:defRPr sz="180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628650" indent="-171450">
              <a:buClr>
                <a:srgbClr val="D8413E"/>
              </a:buClr>
              <a:buFont typeface="Symbol" charset="2"/>
              <a:buChar char="-"/>
              <a:defRPr sz="160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085850" indent="-171450">
              <a:buClr>
                <a:srgbClr val="D8413E"/>
              </a:buClr>
              <a:buFont typeface="Symbol" charset="2"/>
              <a:buChar char="-"/>
              <a:defRPr sz="140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543050" indent="-171450">
              <a:buClr>
                <a:srgbClr val="D8413E"/>
              </a:buClr>
              <a:buFont typeface="Symbol" charset="2"/>
              <a:buChar char="-"/>
              <a:defRPr sz="140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00250" indent="-171450">
              <a:buClr>
                <a:srgbClr val="D8413E"/>
              </a:buClr>
              <a:buFont typeface="Symbol" charset="2"/>
              <a:buChar char="-"/>
              <a:defRPr sz="140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9" name="Bildplatzhalter 18"/>
          <p:cNvSpPr>
            <a:spLocks noGrp="1"/>
          </p:cNvSpPr>
          <p:nvPr>
            <p:ph type="pic" sz="quarter" idx="16"/>
          </p:nvPr>
        </p:nvSpPr>
        <p:spPr>
          <a:xfrm>
            <a:off x="3352800" y="762000"/>
            <a:ext cx="5791200" cy="3489344"/>
          </a:xfrm>
          <a:prstGeom prst="rect">
            <a:avLst/>
          </a:prstGeom>
        </p:spPr>
        <p:txBody>
          <a:bodyPr rtlCol="0">
            <a:normAutofit/>
          </a:bodyPr>
          <a:lstStyle>
            <a:lvl1pPr>
              <a:defRPr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</a:lstStyle>
          <a:p>
            <a:pPr lvl="0"/>
            <a:r>
              <a:rPr lang="de-DE" noProof="0" dirty="0"/>
              <a:t>Bild durch Klicken auf Symbol hinzufügen</a:t>
            </a:r>
          </a:p>
        </p:txBody>
      </p:sp>
      <p:sp>
        <p:nvSpPr>
          <p:cNvPr id="10" name="Inhaltsplatzhalter 2"/>
          <p:cNvSpPr>
            <a:spLocks noGrp="1"/>
          </p:cNvSpPr>
          <p:nvPr>
            <p:ph idx="19"/>
          </p:nvPr>
        </p:nvSpPr>
        <p:spPr>
          <a:xfrm>
            <a:off x="3352800" y="4368811"/>
            <a:ext cx="5334000" cy="330196"/>
          </a:xfrm>
          <a:prstGeom prst="rect">
            <a:avLst/>
          </a:prstGeom>
        </p:spPr>
        <p:txBody>
          <a:bodyPr lIns="0" rIns="0">
            <a:noAutofit/>
          </a:bodyPr>
          <a:lstStyle>
            <a:lvl1pPr marL="0" indent="0">
              <a:buClr>
                <a:srgbClr val="D8413E"/>
              </a:buClr>
              <a:buFont typeface="Symbol" charset="2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28650" indent="-171450">
              <a:buClr>
                <a:srgbClr val="D8413E"/>
              </a:buClr>
              <a:buFont typeface="Symbol" charset="2"/>
              <a:buChar char="-"/>
              <a:defRPr sz="1200"/>
            </a:lvl2pPr>
            <a:lvl3pPr marL="1085850" indent="-171450">
              <a:buClr>
                <a:srgbClr val="D8413E"/>
              </a:buClr>
              <a:buFont typeface="Symbol" charset="2"/>
              <a:buChar char="-"/>
              <a:defRPr sz="1200"/>
            </a:lvl3pPr>
            <a:lvl4pPr marL="1543050" indent="-171450">
              <a:buClr>
                <a:srgbClr val="D8413E"/>
              </a:buClr>
              <a:buFont typeface="Symbol" charset="2"/>
              <a:buChar char="-"/>
              <a:defRPr sz="1200"/>
            </a:lvl4pPr>
            <a:lvl5pPr marL="2000250" indent="-171450">
              <a:buClr>
                <a:srgbClr val="D8413E"/>
              </a:buClr>
              <a:buFont typeface="Symbol" charset="2"/>
              <a:buChar char="-"/>
              <a:defRPr sz="1200"/>
            </a:lvl5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9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7948613" y="4879075"/>
            <a:ext cx="742950" cy="204716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marR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pPr>
              <a:defRPr/>
            </a:pPr>
            <a:fld id="{01A9B2D6-5EFE-4937-AE57-083B7F8CA155}" type="slidenum">
              <a:rPr lang="de-DE" altLang="de-DE" sz="1000" smtClean="0">
                <a:solidFill>
                  <a:srgbClr val="D841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defRPr/>
              </a:pPr>
              <a:t>‹Nr.›</a:t>
            </a:fld>
            <a:endParaRPr lang="de-DE" altLang="de-DE" sz="1000" dirty="0">
              <a:solidFill>
                <a:srgbClr val="D841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1180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10" Type="http://schemas.openxmlformats.org/officeDocument/2006/relationships/image" Target="../media/image3.png"/><Relationship Id="rId4" Type="http://schemas.openxmlformats.org/officeDocument/2006/relationships/slideLayout" Target="../slideLayouts/slideLayout10.xml"/><Relationship Id="rId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1027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457200" y="1063625"/>
            <a:ext cx="8229600" cy="353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dirty="0"/>
              <a:t>SUBHEADLINE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7" r:id="rId1"/>
    <p:sldLayoutId id="2147483884" r:id="rId2"/>
    <p:sldLayoutId id="2147483885" r:id="rId3"/>
    <p:sldLayoutId id="2147483870" r:id="rId4"/>
    <p:sldLayoutId id="2147483877" r:id="rId5"/>
    <p:sldLayoutId id="2147483879" r:id="rId6"/>
  </p:sldLayoutIdLst>
  <p:hf hdr="0" ftr="0" dt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000" b="1" kern="1200" cap="all">
          <a:solidFill>
            <a:srgbClr val="262A31"/>
          </a:solidFill>
          <a:latin typeface="Arial Unicode MS" panose="020B0604020202020204" pitchFamily="34" charset="-128"/>
          <a:ea typeface="Arial Unicode MS" panose="020B0604020202020204" pitchFamily="34" charset="-128"/>
          <a:cs typeface="Arial Unicode MS" panose="020B0604020202020204" pitchFamily="34" charset="-128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2000" b="1">
          <a:solidFill>
            <a:srgbClr val="262A31"/>
          </a:solidFill>
          <a:latin typeface="Arial" charset="0"/>
          <a:ea typeface="MS PGothic" panose="020B0600070205080204" pitchFamily="34" charset="-128"/>
          <a:cs typeface="Arial" panose="020B0604020202020204" pitchFamily="34" charset="0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2000" b="1">
          <a:solidFill>
            <a:srgbClr val="262A31"/>
          </a:solidFill>
          <a:latin typeface="Arial" charset="0"/>
          <a:ea typeface="MS PGothic" panose="020B0600070205080204" pitchFamily="34" charset="-128"/>
          <a:cs typeface="Arial" panose="020B0604020202020204" pitchFamily="34" charset="0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2000" b="1">
          <a:solidFill>
            <a:srgbClr val="262A31"/>
          </a:solidFill>
          <a:latin typeface="Arial" charset="0"/>
          <a:ea typeface="MS PGothic" panose="020B0600070205080204" pitchFamily="34" charset="-128"/>
          <a:cs typeface="Arial" panose="020B0604020202020204" pitchFamily="34" charset="0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2000" b="1">
          <a:solidFill>
            <a:srgbClr val="262A31"/>
          </a:solidFill>
          <a:latin typeface="Arial" charset="0"/>
          <a:ea typeface="MS PGothic" panose="020B0600070205080204" pitchFamily="34" charset="-128"/>
          <a:cs typeface="Arial" panose="020B0604020202020204" pitchFamily="34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2000">
          <a:solidFill>
            <a:schemeClr val="tx1"/>
          </a:solidFill>
          <a:latin typeface="Futura" charset="0"/>
          <a:ea typeface="ＭＳ Ｐゴシック" charset="0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2000">
          <a:solidFill>
            <a:schemeClr val="tx1"/>
          </a:solidFill>
          <a:latin typeface="Futura" charset="0"/>
          <a:ea typeface="ＭＳ Ｐゴシック" charset="0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2000">
          <a:solidFill>
            <a:schemeClr val="tx1"/>
          </a:solidFill>
          <a:latin typeface="Futura" charset="0"/>
          <a:ea typeface="ＭＳ Ｐゴシック" charset="0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2000">
          <a:solidFill>
            <a:schemeClr val="tx1"/>
          </a:solidFill>
          <a:latin typeface="Futura" charset="0"/>
          <a:ea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Symbol" panose="05050102010706020507" pitchFamily="18" charset="2"/>
        <a:defRPr sz="1200" kern="1200">
          <a:solidFill>
            <a:srgbClr val="262A31"/>
          </a:solidFill>
          <a:latin typeface="Arial Unicode MS" panose="020B0604020202020204" pitchFamily="34" charset="-128"/>
          <a:ea typeface="Arial Unicode MS" panose="020B0604020202020204" pitchFamily="34" charset="-128"/>
          <a:cs typeface="Arial Unicode MS" panose="020B0604020202020204" pitchFamily="34" charset="-128"/>
        </a:defRPr>
      </a:lvl1pPr>
      <a:lvl2pPr marL="4572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kern="1200">
          <a:solidFill>
            <a:schemeClr val="tx1"/>
          </a:solidFill>
          <a:latin typeface="Arial"/>
          <a:ea typeface="MS PGothic" panose="020B0600070205080204" pitchFamily="34" charset="-128"/>
          <a:cs typeface="Arial"/>
        </a:defRPr>
      </a:lvl2pPr>
      <a:lvl3pPr marL="9144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1200" kern="1200">
          <a:solidFill>
            <a:schemeClr val="tx1"/>
          </a:solidFill>
          <a:latin typeface="Arial"/>
          <a:ea typeface="MS PGothic" panose="020B0600070205080204" pitchFamily="34" charset="-128"/>
          <a:cs typeface="Arial"/>
        </a:defRPr>
      </a:lvl3pPr>
      <a:lvl4pPr marL="1371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1200" kern="1200">
          <a:solidFill>
            <a:schemeClr val="tx1"/>
          </a:solidFill>
          <a:latin typeface="Arial"/>
          <a:ea typeface="MS PGothic" panose="020B0600070205080204" pitchFamily="34" charset="-128"/>
          <a:cs typeface="Arial"/>
        </a:defRPr>
      </a:lvl4pPr>
      <a:lvl5pPr marL="18288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1200" kern="1200">
          <a:solidFill>
            <a:schemeClr val="tx1"/>
          </a:solidFill>
          <a:latin typeface="Arial"/>
          <a:ea typeface="MS PGothic" panose="020B0600070205080204" pitchFamily="34" charset="-128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Gerade Verbindung 9"/>
          <p:cNvCxnSpPr/>
          <p:nvPr userDrawn="1"/>
        </p:nvCxnSpPr>
        <p:spPr>
          <a:xfrm>
            <a:off x="0" y="155575"/>
            <a:ext cx="457200" cy="0"/>
          </a:xfrm>
          <a:prstGeom prst="line">
            <a:avLst/>
          </a:prstGeom>
          <a:ln w="3175" cmpd="sng">
            <a:solidFill>
              <a:srgbClr val="262A3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Grafik 5"/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4769366"/>
            <a:ext cx="547323" cy="324000"/>
          </a:xfrm>
          <a:prstGeom prst="rect">
            <a:avLst/>
          </a:prstGeom>
        </p:spPr>
      </p:pic>
      <p:sp>
        <p:nvSpPr>
          <p:cNvPr id="8" name="Textfeld 7"/>
          <p:cNvSpPr txBox="1"/>
          <p:nvPr userDrawn="1"/>
        </p:nvSpPr>
        <p:spPr>
          <a:xfrm>
            <a:off x="457200" y="22671"/>
            <a:ext cx="78562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</a:rPr>
              <a:t>Benchmarking Program-Aided vs. Natural Language Mathematical Reasoning in LLM</a:t>
            </a:r>
            <a:endParaRPr lang="de-DE" sz="12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9" name="Gerade Verbindung 10"/>
          <p:cNvCxnSpPr/>
          <p:nvPr userDrawn="1"/>
        </p:nvCxnSpPr>
        <p:spPr>
          <a:xfrm>
            <a:off x="457200" y="4713670"/>
            <a:ext cx="8229600" cy="0"/>
          </a:xfrm>
          <a:prstGeom prst="line">
            <a:avLst/>
          </a:prstGeom>
          <a:ln w="3175" cmpd="sng">
            <a:solidFill>
              <a:srgbClr val="D8413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feld 1"/>
          <p:cNvSpPr txBox="1"/>
          <p:nvPr userDrawn="1"/>
        </p:nvSpPr>
        <p:spPr>
          <a:xfrm>
            <a:off x="1154545" y="4837382"/>
            <a:ext cx="678549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900" dirty="0">
                <a:latin typeface="Arial" panose="020B0604020202020204" pitchFamily="34" charset="0"/>
                <a:cs typeface="Arial" panose="020B0604020202020204" pitchFamily="34" charset="0"/>
              </a:rPr>
              <a:t>Mohamed El Maghari, Ralf König, Fritz </a:t>
            </a:r>
            <a:r>
              <a:rPr lang="it-IT" sz="900" dirty="0" err="1">
                <a:latin typeface="Arial" panose="020B0604020202020204" pitchFamily="34" charset="0"/>
                <a:cs typeface="Arial" panose="020B0604020202020204" pitchFamily="34" charset="0"/>
              </a:rPr>
              <a:t>Körner</a:t>
            </a:r>
            <a:r>
              <a:rPr lang="it-IT" sz="900" dirty="0">
                <a:latin typeface="Arial" panose="020B0604020202020204" pitchFamily="34" charset="0"/>
                <a:cs typeface="Arial" panose="020B0604020202020204" pitchFamily="34" charset="0"/>
              </a:rPr>
              <a:t>, Khalid </a:t>
            </a:r>
            <a:r>
              <a:rPr lang="it-IT" sz="900" dirty="0" err="1">
                <a:latin typeface="Arial" panose="020B0604020202020204" pitchFamily="34" charset="0"/>
                <a:cs typeface="Arial" panose="020B0604020202020204" pitchFamily="34" charset="0"/>
              </a:rPr>
              <a:t>Sabih</a:t>
            </a:r>
            <a:endParaRPr lang="de-DE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28035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1" r:id="rId1"/>
    <p:sldLayoutId id="2147483882" r:id="rId2"/>
    <p:sldLayoutId id="2147483872" r:id="rId3"/>
    <p:sldLayoutId id="2147483873" r:id="rId4"/>
    <p:sldLayoutId id="2147483874" r:id="rId5"/>
    <p:sldLayoutId id="2147483875" r:id="rId6"/>
    <p:sldLayoutId id="2147483876" r:id="rId7"/>
    <p:sldLayoutId id="2147483878" r:id="rId8"/>
  </p:sldLayoutIdLst>
  <p:hf hdr="0" ftr="0" dt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000" b="1" kern="1200" cap="all">
          <a:solidFill>
            <a:srgbClr val="262A31"/>
          </a:solidFill>
          <a:latin typeface="Arial"/>
          <a:ea typeface="MS PGothic" panose="020B0600070205080204" pitchFamily="34" charset="-128"/>
          <a:cs typeface="Arial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2000" b="1">
          <a:solidFill>
            <a:srgbClr val="262A31"/>
          </a:solidFill>
          <a:latin typeface="Arial" charset="0"/>
          <a:ea typeface="MS PGothic" panose="020B0600070205080204" pitchFamily="34" charset="-128"/>
          <a:cs typeface="Arial" panose="020B0604020202020204" pitchFamily="34" charset="0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2000" b="1">
          <a:solidFill>
            <a:srgbClr val="262A31"/>
          </a:solidFill>
          <a:latin typeface="Arial" charset="0"/>
          <a:ea typeface="MS PGothic" panose="020B0600070205080204" pitchFamily="34" charset="-128"/>
          <a:cs typeface="Arial" panose="020B0604020202020204" pitchFamily="34" charset="0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2000" b="1">
          <a:solidFill>
            <a:srgbClr val="262A31"/>
          </a:solidFill>
          <a:latin typeface="Arial" charset="0"/>
          <a:ea typeface="MS PGothic" panose="020B0600070205080204" pitchFamily="34" charset="-128"/>
          <a:cs typeface="Arial" panose="020B0604020202020204" pitchFamily="34" charset="0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2000" b="1">
          <a:solidFill>
            <a:srgbClr val="262A31"/>
          </a:solidFill>
          <a:latin typeface="Arial" charset="0"/>
          <a:ea typeface="MS PGothic" panose="020B0600070205080204" pitchFamily="34" charset="-128"/>
          <a:cs typeface="Arial" panose="020B0604020202020204" pitchFamily="34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2000">
          <a:solidFill>
            <a:schemeClr val="tx1"/>
          </a:solidFill>
          <a:latin typeface="Futura" charset="0"/>
          <a:ea typeface="ＭＳ Ｐゴシック" charset="0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2000">
          <a:solidFill>
            <a:schemeClr val="tx1"/>
          </a:solidFill>
          <a:latin typeface="Futura" charset="0"/>
          <a:ea typeface="ＭＳ Ｐゴシック" charset="0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2000">
          <a:solidFill>
            <a:schemeClr val="tx1"/>
          </a:solidFill>
          <a:latin typeface="Futura" charset="0"/>
          <a:ea typeface="ＭＳ Ｐゴシック" charset="0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2000">
          <a:solidFill>
            <a:schemeClr val="tx1"/>
          </a:solidFill>
          <a:latin typeface="Futura" charset="0"/>
          <a:ea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Symbol" panose="05050102010706020507" pitchFamily="18" charset="2"/>
        <a:defRPr sz="1200" kern="1200">
          <a:solidFill>
            <a:srgbClr val="262A31"/>
          </a:solidFill>
          <a:latin typeface="Arial"/>
          <a:ea typeface="MS PGothic" panose="020B0600070205080204" pitchFamily="34" charset="-128"/>
          <a:cs typeface="Arial"/>
        </a:defRPr>
      </a:lvl1pPr>
      <a:lvl2pPr marL="4572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kern="1200">
          <a:solidFill>
            <a:schemeClr val="tx1"/>
          </a:solidFill>
          <a:latin typeface="Arial"/>
          <a:ea typeface="MS PGothic" panose="020B0600070205080204" pitchFamily="34" charset="-128"/>
          <a:cs typeface="Arial"/>
        </a:defRPr>
      </a:lvl2pPr>
      <a:lvl3pPr marL="9144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1200" kern="1200">
          <a:solidFill>
            <a:schemeClr val="tx1"/>
          </a:solidFill>
          <a:latin typeface="Arial"/>
          <a:ea typeface="MS PGothic" panose="020B0600070205080204" pitchFamily="34" charset="-128"/>
          <a:cs typeface="Arial"/>
        </a:defRPr>
      </a:lvl3pPr>
      <a:lvl4pPr marL="1371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1200" kern="1200">
          <a:solidFill>
            <a:schemeClr val="tx1"/>
          </a:solidFill>
          <a:latin typeface="Arial"/>
          <a:ea typeface="MS PGothic" panose="020B0600070205080204" pitchFamily="34" charset="-128"/>
          <a:cs typeface="Arial"/>
        </a:defRPr>
      </a:lvl4pPr>
      <a:lvl5pPr marL="18288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1200" kern="1200">
          <a:solidFill>
            <a:schemeClr val="tx1"/>
          </a:solidFill>
          <a:latin typeface="Arial"/>
          <a:ea typeface="MS PGothic" panose="020B0600070205080204" pitchFamily="34" charset="-128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d 10" descr="Logo Universität Leipzig">
            <a:extLst>
              <a:ext uri="{FF2B5EF4-FFF2-40B4-BE49-F238E27FC236}">
                <a16:creationId xmlns:a16="http://schemas.microsoft.com/office/drawing/2014/main" id="{1727DE0D-6C6D-D0B8-E27C-48F66B20B6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5093"/>
            <a:ext cx="3429000" cy="14423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0" name="Titel 1"/>
          <p:cNvSpPr>
            <a:spLocks noGrp="1"/>
          </p:cNvSpPr>
          <p:nvPr>
            <p:ph type="ctrTitle"/>
          </p:nvPr>
        </p:nvSpPr>
        <p:spPr bwMode="auto">
          <a:xfrm>
            <a:off x="295275" y="1931657"/>
            <a:ext cx="8093075" cy="1485900"/>
          </a:xfrm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dirty="0"/>
              <a:t>Benchmarking Program-Aided vs. Natural Language Mathematical Reasoning in LLMs</a:t>
            </a:r>
            <a:endParaRPr lang="de-DE" altLang="de-DE" sz="2800" cap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411" name="Untertitel 2"/>
          <p:cNvSpPr>
            <a:spLocks noGrp="1"/>
          </p:cNvSpPr>
          <p:nvPr>
            <p:ph type="subTitle" idx="1"/>
          </p:nvPr>
        </p:nvSpPr>
        <p:spPr>
          <a:xfrm>
            <a:off x="295275" y="1537726"/>
            <a:ext cx="6400800" cy="473075"/>
          </a:xfrm>
        </p:spPr>
        <p:txBody>
          <a:bodyPr/>
          <a:lstStyle/>
          <a:p>
            <a:r>
              <a:rPr lang="de-DE" b="1" dirty="0" err="1">
                <a:latin typeface="+mn-lt"/>
              </a:rPr>
              <a:t>Mathematics</a:t>
            </a:r>
            <a:r>
              <a:rPr lang="de-DE" b="1" dirty="0">
                <a:latin typeface="+mn-lt"/>
              </a:rPr>
              <a:t> and </a:t>
            </a:r>
            <a:r>
              <a:rPr lang="de-DE" b="1" dirty="0" err="1">
                <a:latin typeface="+mn-lt"/>
              </a:rPr>
              <a:t>Machine</a:t>
            </a:r>
            <a:r>
              <a:rPr lang="de-DE" b="1" dirty="0">
                <a:latin typeface="+mn-lt"/>
              </a:rPr>
              <a:t> Learning</a:t>
            </a:r>
          </a:p>
        </p:txBody>
      </p:sp>
      <p:sp>
        <p:nvSpPr>
          <p:cNvPr id="17414" name="Inhaltsplatzhalter 3"/>
          <p:cNvSpPr>
            <a:spLocks noGrp="1"/>
          </p:cNvSpPr>
          <p:nvPr>
            <p:ph sz="half" idx="4294967295"/>
          </p:nvPr>
        </p:nvSpPr>
        <p:spPr>
          <a:xfrm>
            <a:off x="295275" y="3600450"/>
            <a:ext cx="3744913" cy="517525"/>
          </a:xfrm>
        </p:spPr>
        <p:txBody>
          <a:bodyPr/>
          <a:lstStyle/>
          <a:p>
            <a:pPr marL="0" indent="0" eaLnBrk="1" hangingPunct="1"/>
            <a:r>
              <a:rPr lang="de-DE" altLang="de-DE" sz="1600" dirty="0">
                <a:latin typeface="Arial" panose="020B0604020202020204" pitchFamily="34" charset="0"/>
                <a:cs typeface="Arial" panose="020B0604020202020204" pitchFamily="34" charset="0"/>
              </a:rPr>
              <a:t>Leipzig, 18.02.2026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AB27DE61-BA0B-C207-1A47-7A35786CED29}"/>
              </a:ext>
            </a:extLst>
          </p:cNvPr>
          <p:cNvSpPr txBox="1"/>
          <p:nvPr/>
        </p:nvSpPr>
        <p:spPr>
          <a:xfrm>
            <a:off x="295275" y="3306763"/>
            <a:ext cx="49944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Arial" panose="020B0604020202020204" pitchFamily="34" charset="0"/>
                <a:cs typeface="Arial" panose="020B0604020202020204" pitchFamily="34" charset="0"/>
              </a:rPr>
              <a:t>Mohamed El Maghari, Ralf König, Fritz </a:t>
            </a:r>
            <a:r>
              <a:rPr lang="it-IT" sz="1400" dirty="0" err="1">
                <a:latin typeface="Arial" panose="020B0604020202020204" pitchFamily="34" charset="0"/>
                <a:cs typeface="Arial" panose="020B0604020202020204" pitchFamily="34" charset="0"/>
              </a:rPr>
              <a:t>Körner</a:t>
            </a:r>
            <a:r>
              <a:rPr lang="it-IT" sz="1400" dirty="0">
                <a:latin typeface="Arial" panose="020B0604020202020204" pitchFamily="34" charset="0"/>
                <a:cs typeface="Arial" panose="020B0604020202020204" pitchFamily="34" charset="0"/>
              </a:rPr>
              <a:t>, Khalid </a:t>
            </a:r>
            <a:r>
              <a:rPr lang="it-IT" sz="1400" dirty="0" err="1">
                <a:latin typeface="Arial" panose="020B0604020202020204" pitchFamily="34" charset="0"/>
                <a:cs typeface="Arial" panose="020B0604020202020204" pitchFamily="34" charset="0"/>
              </a:rPr>
              <a:t>Sabih</a:t>
            </a:r>
            <a:endParaRPr lang="de-DE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387A1F-7956-09FE-5BC4-71B78DD88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0">
            <a:extLst>
              <a:ext uri="{FF2B5EF4-FFF2-40B4-BE49-F238E27FC236}">
                <a16:creationId xmlns:a16="http://schemas.microsoft.com/office/drawing/2014/main" id="{BA7BDCF9-C63C-0651-D7A7-6CEC643EE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de-DE" dirty="0">
                <a:latin typeface="Arial" panose="020B0604020202020204" pitchFamily="34" charset="0"/>
                <a:cs typeface="Arial" panose="020B0604020202020204" pitchFamily="34" charset="0"/>
              </a:rPr>
              <a:t>Motivation</a:t>
            </a:r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Foliennummernplatzhalter 1">
            <a:extLst>
              <a:ext uri="{FF2B5EF4-FFF2-40B4-BE49-F238E27FC236}">
                <a16:creationId xmlns:a16="http://schemas.microsoft.com/office/drawing/2014/main" id="{00A29F7C-090B-9080-7664-E36E216A9C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948613" y="4879075"/>
            <a:ext cx="742950" cy="204716"/>
          </a:xfrm>
        </p:spPr>
        <p:txBody>
          <a:bodyPr/>
          <a:lstStyle/>
          <a:p>
            <a:pPr>
              <a:defRPr/>
            </a:pPr>
            <a:fld id="{E160C9AF-448A-4DA4-9688-85DDBAF3634B}" type="slidenum">
              <a:rPr lang="de-DE" altLang="de-DE" sz="1000" smtClean="0">
                <a:solidFill>
                  <a:srgbClr val="D841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defRPr/>
              </a:pPr>
              <a:t>2</a:t>
            </a:fld>
            <a:endParaRPr lang="de-DE" altLang="de-DE" sz="1000" dirty="0">
              <a:solidFill>
                <a:srgbClr val="D841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A885E8DB-107E-63F5-71AC-931E8FD2BF3F}"/>
              </a:ext>
            </a:extLst>
          </p:cNvPr>
          <p:cNvSpPr txBox="1"/>
          <p:nvPr/>
        </p:nvSpPr>
        <p:spPr>
          <a:xfrm>
            <a:off x="452436" y="1063624"/>
            <a:ext cx="70251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+mn-lt"/>
              </a:rPr>
              <a:t>The Paradox of Modern LLMs in Mathematics</a:t>
            </a:r>
            <a:endParaRPr lang="de-DE" b="1" dirty="0">
              <a:latin typeface="+mn-lt"/>
            </a:endParaRPr>
          </a:p>
        </p:txBody>
      </p:sp>
      <p:sp>
        <p:nvSpPr>
          <p:cNvPr id="17" name="Rectangle 1">
            <a:extLst>
              <a:ext uri="{FF2B5EF4-FFF2-40B4-BE49-F238E27FC236}">
                <a16:creationId xmlns:a16="http://schemas.microsoft.com/office/drawing/2014/main" id="{9422DBC6-A533-6A79-8D2E-73A9085475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528" y="1456325"/>
            <a:ext cx="8410992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e-DE" altLang="de-DE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kumimoji="0" lang="de-DE" altLang="de-DE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AlphaProof</a:t>
            </a: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(DeepMind, 2025) — </a:t>
            </a:r>
            <a:r>
              <a:rPr kumimoji="0" lang="de-DE" altLang="de-DE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silver</a:t>
            </a: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kumimoji="0" lang="de-DE" altLang="de-DE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medal</a:t>
            </a: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at IMO 2024 </a:t>
            </a:r>
          </a:p>
          <a:p>
            <a:pPr marL="742950" lvl="1" indent="-285750" defTabSz="914400">
              <a:buFont typeface="Symbol" panose="05050102010706020507" pitchFamily="18" charset="2"/>
              <a:buChar char="-"/>
            </a:pPr>
            <a:r>
              <a:rPr kumimoji="0" lang="de-DE" altLang="de-DE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Solved</a:t>
            </a: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P6, </a:t>
            </a:r>
            <a:r>
              <a:rPr kumimoji="0" lang="de-DE" altLang="de-DE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the</a:t>
            </a: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kumimoji="0" lang="de-DE" altLang="de-DE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hardest</a:t>
            </a: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kumimoji="0" lang="de-DE" altLang="de-DE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problem</a:t>
            </a: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, </a:t>
            </a:r>
            <a:r>
              <a:rPr kumimoji="0" lang="de-DE" altLang="de-DE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solved</a:t>
            </a: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kumimoji="0" lang="de-DE" altLang="de-DE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by</a:t>
            </a: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kumimoji="0" lang="de-DE" altLang="de-DE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only</a:t>
            </a: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5 </a:t>
            </a:r>
            <a:r>
              <a:rPr kumimoji="0" lang="de-DE" altLang="de-DE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of</a:t>
            </a: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609 </a:t>
            </a:r>
            <a:r>
              <a:rPr kumimoji="0" lang="de-DE" altLang="de-DE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humans</a:t>
            </a: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</a:t>
            </a:r>
          </a:p>
          <a:p>
            <a:pPr marL="742950" lvl="1" indent="-285750" defTabSz="914400">
              <a:buFont typeface="Symbol" panose="05050102010706020507" pitchFamily="18" charset="2"/>
              <a:buChar char="-"/>
            </a:pPr>
            <a:r>
              <a:rPr kumimoji="0" lang="de-DE" altLang="de-DE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Uses</a:t>
            </a: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Lean 4 formal </a:t>
            </a:r>
            <a:r>
              <a:rPr kumimoji="0" lang="de-DE" altLang="de-DE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verification</a:t>
            </a: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→ </a:t>
            </a:r>
            <a:r>
              <a:rPr kumimoji="0" lang="de-DE" altLang="de-DE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zero</a:t>
            </a: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kumimoji="0" lang="de-DE" altLang="de-DE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hallucination</a:t>
            </a: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possible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e-DE" altLang="de-DE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kumimoji="0" lang="de-DE" altLang="de-DE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Yet</a:t>
            </a:r>
            <a:r>
              <a:rPr kumimoji="0" lang="de-DE" altLang="de-DE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top </a:t>
            </a:r>
            <a:r>
              <a:rPr kumimoji="0" lang="de-DE" altLang="de-DE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models</a:t>
            </a:r>
            <a:r>
              <a:rPr kumimoji="0" lang="de-DE" altLang="de-DE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fail at </a:t>
            </a:r>
            <a:r>
              <a:rPr kumimoji="0" lang="de-DE" altLang="de-DE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this</a:t>
            </a:r>
            <a:r>
              <a:rPr kumimoji="0" lang="de-DE" altLang="de-DE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:</a:t>
            </a: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</a:t>
            </a:r>
          </a:p>
          <a:p>
            <a:pPr marL="742950" lvl="1" indent="-285750" defTabSz="914400">
              <a:buFont typeface="Symbol" panose="05050102010706020507" pitchFamily="18" charset="2"/>
              <a:buChar char="-"/>
            </a:pPr>
            <a:r>
              <a:rPr kumimoji="0" lang="de-DE" altLang="de-DE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"Alice </a:t>
            </a:r>
            <a:r>
              <a:rPr kumimoji="0" lang="de-DE" altLang="de-DE" sz="16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has</a:t>
            </a:r>
            <a:r>
              <a:rPr kumimoji="0" lang="de-DE" altLang="de-DE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N </a:t>
            </a:r>
            <a:r>
              <a:rPr kumimoji="0" lang="de-DE" altLang="de-DE" sz="16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brothers</a:t>
            </a:r>
            <a:r>
              <a:rPr kumimoji="0" lang="de-DE" altLang="de-DE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and M </a:t>
            </a:r>
            <a:r>
              <a:rPr kumimoji="0" lang="de-DE" altLang="de-DE" sz="16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sisters</a:t>
            </a:r>
            <a:r>
              <a:rPr kumimoji="0" lang="de-DE" altLang="de-DE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. How </a:t>
            </a:r>
            <a:r>
              <a:rPr kumimoji="0" lang="de-DE" altLang="de-DE" sz="16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many</a:t>
            </a:r>
            <a:r>
              <a:rPr kumimoji="0" lang="de-DE" altLang="de-DE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kumimoji="0" lang="de-DE" altLang="de-DE" sz="16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sisters</a:t>
            </a:r>
            <a:r>
              <a:rPr kumimoji="0" lang="de-DE" altLang="de-DE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kumimoji="0" lang="de-DE" altLang="de-DE" sz="16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does</a:t>
            </a:r>
            <a:r>
              <a:rPr kumimoji="0" lang="de-DE" altLang="de-DE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kumimoji="0" lang="de-DE" altLang="de-DE" sz="16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Alice's</a:t>
            </a:r>
            <a:r>
              <a:rPr kumimoji="0" lang="de-DE" altLang="de-DE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kumimoji="0" lang="de-DE" altLang="de-DE" sz="16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brother</a:t>
            </a:r>
            <a:r>
              <a:rPr kumimoji="0" lang="de-DE" altLang="de-DE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   </a:t>
            </a:r>
            <a:r>
              <a:rPr kumimoji="0" lang="de-DE" altLang="de-DE" sz="16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have</a:t>
            </a:r>
            <a:r>
              <a:rPr kumimoji="0" lang="de-DE" altLang="de-DE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?"</a:t>
            </a: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</a:t>
            </a:r>
          </a:p>
          <a:p>
            <a:pPr marL="742950" lvl="1" indent="-285750" defTabSz="914400">
              <a:buFont typeface="Symbol" panose="05050102010706020507" pitchFamily="18" charset="2"/>
              <a:buChar char="-"/>
            </a:pP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State-</a:t>
            </a:r>
            <a:r>
              <a:rPr kumimoji="0" lang="de-DE" altLang="de-DE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of</a:t>
            </a: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-</a:t>
            </a:r>
            <a:r>
              <a:rPr kumimoji="0" lang="de-DE" altLang="de-DE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the</a:t>
            </a: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-art </a:t>
            </a:r>
            <a:r>
              <a:rPr kumimoji="0" lang="de-DE" altLang="de-DE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models</a:t>
            </a: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kumimoji="0" lang="de-DE" altLang="de-DE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answer</a:t>
            </a: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kumimoji="0" lang="de-DE" altLang="de-DE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this</a:t>
            </a: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kumimoji="0" lang="de-DE" altLang="de-DE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incorrectly</a:t>
            </a: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e-DE" altLang="de-DE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So </a:t>
            </a:r>
            <a:r>
              <a:rPr kumimoji="0" lang="de-DE" altLang="de-DE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which</a:t>
            </a:r>
            <a:r>
              <a:rPr kumimoji="0" lang="de-DE" altLang="de-DE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kumimoji="0" lang="de-DE" altLang="de-DE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is</a:t>
            </a:r>
            <a:r>
              <a:rPr kumimoji="0" lang="de-DE" altLang="de-DE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kumimoji="0" lang="de-DE" altLang="de-DE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it</a:t>
            </a:r>
            <a:r>
              <a:rPr kumimoji="0" lang="de-DE" altLang="de-DE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— </a:t>
            </a:r>
            <a:r>
              <a:rPr kumimoji="0" lang="de-DE" altLang="de-DE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can</a:t>
            </a:r>
            <a:r>
              <a:rPr kumimoji="0" lang="de-DE" altLang="de-DE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LLMs do </a:t>
            </a:r>
            <a:r>
              <a:rPr kumimoji="0" lang="de-DE" altLang="de-DE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math</a:t>
            </a:r>
            <a:r>
              <a:rPr kumimoji="0" lang="de-DE" altLang="de-DE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kumimoji="0" lang="de-DE" altLang="de-DE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or</a:t>
            </a:r>
            <a:r>
              <a:rPr kumimoji="0" lang="de-DE" altLang="de-DE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not?</a:t>
            </a: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AE5498A0-8D4B-6BF1-D22E-9493EE2CF9D4}"/>
              </a:ext>
            </a:extLst>
          </p:cNvPr>
          <p:cNvSpPr txBox="1"/>
          <p:nvPr/>
        </p:nvSpPr>
        <p:spPr>
          <a:xfrm>
            <a:off x="457200" y="3875586"/>
            <a:ext cx="79451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+mn-lt"/>
              </a:rPr>
              <a:t>→ Research Goal:</a:t>
            </a:r>
            <a:r>
              <a:rPr lang="en-US" dirty="0">
                <a:latin typeface="+mn-lt"/>
              </a:rPr>
              <a:t> Compare Pure LLM vs. Python vs. Lean 4 on the same problems, same model, same conditions</a:t>
            </a:r>
            <a:endParaRPr lang="de-DE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624998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0EA0D05-294F-BDB2-00EA-35D204034F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FCF9BA9-AB08-46E1-A235-3AC71B2FE2C1}" type="slidenum">
              <a:rPr lang="en-US" sz="1000" noProof="0" smtClean="0">
                <a:solidFill>
                  <a:srgbClr val="D841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defRPr/>
              </a:pPr>
              <a:t>3</a:t>
            </a:fld>
            <a:endParaRPr lang="en-US" sz="1000" noProof="0" dirty="0">
              <a:solidFill>
                <a:srgbClr val="D841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49A9AC6B-FBAF-E356-0AB7-8EBD0B3EB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Hypotheses</a:t>
            </a:r>
            <a:endParaRPr lang="de-DE" dirty="0"/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DBFACE83-F6AC-22C4-101F-25EE1D83F4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2437" y="1552417"/>
            <a:ext cx="6822123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de-DE" altLang="de-D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H1: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Easy </a:t>
            </a:r>
            <a:r>
              <a:rPr kumimoji="0" lang="de-DE" altLang="de-DE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problems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solvable </a:t>
            </a:r>
            <a:r>
              <a:rPr kumimoji="0" lang="de-DE" altLang="de-DE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across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all </a:t>
            </a:r>
            <a:r>
              <a:rPr kumimoji="0" lang="de-DE" altLang="de-DE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three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kumimoji="0" lang="de-DE" altLang="de-DE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modalities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de-DE" altLang="de-D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H2: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Hard </a:t>
            </a:r>
            <a:r>
              <a:rPr kumimoji="0" lang="de-DE" altLang="de-DE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problems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kumimoji="0" lang="de-DE" altLang="de-DE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benefit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kumimoji="0" lang="de-DE" altLang="de-DE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from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Python code </a:t>
            </a:r>
            <a:r>
              <a:rPr kumimoji="0" lang="de-DE" altLang="de-DE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generation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de-DE" altLang="de-D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H3: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Lean 4 zero-</a:t>
            </a:r>
            <a:r>
              <a:rPr kumimoji="0" lang="de-DE" altLang="de-DE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shot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kumimoji="0" lang="de-DE" altLang="de-DE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accuracy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will </a:t>
            </a:r>
            <a:r>
              <a:rPr kumimoji="0" lang="de-DE" altLang="de-DE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be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kumimoji="0" lang="de-DE" altLang="de-DE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very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kumimoji="0" lang="de-DE" altLang="de-DE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low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de-DE" altLang="de-D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H4: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Code-</a:t>
            </a:r>
            <a:r>
              <a:rPr kumimoji="0" lang="de-DE" altLang="de-DE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specialized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LLMs </a:t>
            </a:r>
            <a:r>
              <a:rPr kumimoji="0" lang="de-DE" altLang="de-DE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outperform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general-</a:t>
            </a:r>
            <a:r>
              <a:rPr kumimoji="0" lang="de-DE" altLang="de-DE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purpose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LLMs </a:t>
            </a:r>
            <a:r>
              <a:rPr kumimoji="0" lang="de-DE" altLang="de-DE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as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kumimoji="0" lang="de-DE" altLang="de-DE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program-aided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kumimoji="0" lang="de-DE" altLang="de-DE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models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804805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718DD6-1D9A-D11C-1DA3-E5336E4EEB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4E11184-3D87-0380-0137-ED51436C99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FCF9BA9-AB08-46E1-A235-3AC71B2FE2C1}" type="slidenum">
              <a:rPr lang="en-US" sz="1000" noProof="0" smtClean="0">
                <a:solidFill>
                  <a:srgbClr val="D841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defRPr/>
              </a:pPr>
              <a:t>4</a:t>
            </a:fld>
            <a:endParaRPr lang="en-US" sz="1000" noProof="0" dirty="0">
              <a:solidFill>
                <a:srgbClr val="D841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C593538F-AE47-3637-A55E-A8F0511F0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Methodology</a:t>
            </a:r>
            <a:r>
              <a:rPr lang="de-DE" dirty="0"/>
              <a:t> / Dataset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22556CD6-2F7F-7465-FFF7-1B033F8C94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480" y="2313291"/>
            <a:ext cx="8077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Symbol" panose="05050102010706020507" pitchFamily="18" charset="2"/>
              <a:buChar char="-"/>
              <a:tabLst/>
            </a:pPr>
            <a:endParaRPr kumimoji="0" lang="de-DE" altLang="de-DE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D76C8CD-CF8F-6877-4833-68D7DBE8C9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051407"/>
            <a:ext cx="9550400" cy="25237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Dataset: MATH-500 benchmark — 100 </a:t>
            </a:r>
            <a:r>
              <a:rPr kumimoji="0" lang="de-DE" altLang="de-DE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problems</a:t>
            </a: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de-DE" altLang="de-DE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sampled</a:t>
            </a: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7 </a:t>
            </a:r>
            <a:r>
              <a:rPr kumimoji="0" lang="de-DE" altLang="de-DE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categories</a:t>
            </a: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× 5 </a:t>
            </a:r>
            <a:r>
              <a:rPr kumimoji="0" lang="de-DE" altLang="de-DE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difficulty</a:t>
            </a: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de-DE" altLang="de-DE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levels</a:t>
            </a: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(L1–L5)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 </a:t>
            </a:r>
            <a:r>
              <a:rPr kumimoji="0" lang="de-DE" altLang="de-DE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tested</a:t>
            </a: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GPT-OSS-120b via </a:t>
            </a:r>
            <a:r>
              <a:rPr kumimoji="0" lang="de-DE" altLang="de-DE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Blablador</a:t>
            </a: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(Helmholtz)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Zero-</a:t>
            </a:r>
            <a:r>
              <a:rPr kumimoji="0" lang="de-DE" altLang="de-DE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shot</a:t>
            </a: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de-DE" altLang="de-DE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prompting</a:t>
            </a: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</a:t>
            </a:r>
            <a:r>
              <a:rPr kumimoji="0" lang="de-DE" altLang="de-DE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</a:t>
            </a: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de-DE" altLang="de-DE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examples</a:t>
            </a: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de-DE" altLang="de-DE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</a:t>
            </a: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de-DE" altLang="de-DE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feedback</a:t>
            </a: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loop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Python </a:t>
            </a:r>
            <a:r>
              <a:rPr kumimoji="0" lang="de-DE" altLang="de-DE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sandbox</a:t>
            </a: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de-DE" altLang="de-DE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with</a:t>
            </a: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de-DE" altLang="de-DE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SymPy</a:t>
            </a: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de-DE" altLang="de-DE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NumPy</a:t>
            </a: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Math </a:t>
            </a:r>
            <a:r>
              <a:rPr kumimoji="0" lang="de-DE" altLang="de-DE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libraries</a:t>
            </a: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Lean 4 via </a:t>
            </a:r>
            <a:r>
              <a:rPr kumimoji="0" lang="de-DE" altLang="de-DE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Kimina</a:t>
            </a: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-LEAN-Server </a:t>
            </a:r>
            <a:r>
              <a:rPr kumimoji="0" lang="de-DE" altLang="de-DE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</a:t>
            </a: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remote </a:t>
            </a:r>
            <a:r>
              <a:rPr kumimoji="0" lang="de-DE" altLang="de-DE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proof</a:t>
            </a: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de-DE" altLang="de-DE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verification</a:t>
            </a: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Evaluation: LLM-</a:t>
            </a:r>
            <a:r>
              <a:rPr kumimoji="0" lang="de-DE" altLang="de-DE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</a:t>
            </a: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-Judge</a:t>
            </a:r>
          </a:p>
        </p:txBody>
      </p:sp>
    </p:spTree>
    <p:extLst>
      <p:ext uri="{BB962C8B-B14F-4D97-AF65-F5344CB8AC3E}">
        <p14:creationId xmlns:p14="http://schemas.microsoft.com/office/powerpoint/2010/main" val="24817917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liennummernplatzhalter 1">
            <a:extLst>
              <a:ext uri="{FF2B5EF4-FFF2-40B4-BE49-F238E27FC236}">
                <a16:creationId xmlns:a16="http://schemas.microsoft.com/office/drawing/2014/main" id="{365B31A6-BF2A-3892-7A3A-18661294C3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948613" y="4879075"/>
            <a:ext cx="742950" cy="204716"/>
          </a:xfrm>
        </p:spPr>
        <p:txBody>
          <a:bodyPr/>
          <a:lstStyle/>
          <a:p>
            <a:pPr>
              <a:defRPr/>
            </a:pPr>
            <a:fld id="{E160C9AF-448A-4DA4-9688-85DDBAF3634B}" type="slidenum">
              <a:rPr lang="de-DE" altLang="de-DE" sz="1000" smtClean="0">
                <a:solidFill>
                  <a:srgbClr val="D841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defRPr/>
              </a:pPr>
              <a:t>5</a:t>
            </a:fld>
            <a:endParaRPr lang="de-DE" altLang="de-DE" sz="1000" dirty="0">
              <a:solidFill>
                <a:srgbClr val="D841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0" name="Grafik 29" descr="Ein Bild, das Text, Screenshot, Diagramm, Rechteck enthält.&#10;&#10;KI-generierte Inhalte können fehlerhaft sein.">
            <a:extLst>
              <a:ext uri="{FF2B5EF4-FFF2-40B4-BE49-F238E27FC236}">
                <a16:creationId xmlns:a16="http://schemas.microsoft.com/office/drawing/2014/main" id="{B63CBCB5-08CB-C1F3-389F-BE82637770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648000"/>
            <a:ext cx="4439585" cy="3171132"/>
          </a:xfrm>
          <a:prstGeom prst="rect">
            <a:avLst/>
          </a:prstGeom>
        </p:spPr>
      </p:pic>
      <p:sp>
        <p:nvSpPr>
          <p:cNvPr id="33" name="Titel 10">
            <a:extLst>
              <a:ext uri="{FF2B5EF4-FFF2-40B4-BE49-F238E27FC236}">
                <a16:creationId xmlns:a16="http://schemas.microsoft.com/office/drawing/2014/main" id="{057C31DA-1E29-8362-95FB-E37B26D1E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04799"/>
            <a:ext cx="8234363" cy="758825"/>
          </a:xfrm>
        </p:spPr>
        <p:txBody>
          <a:bodyPr/>
          <a:lstStyle/>
          <a:p>
            <a:r>
              <a:rPr lang="de-DE" altLang="de-DE" dirty="0" err="1">
                <a:latin typeface="Arial" panose="020B0604020202020204" pitchFamily="34" charset="0"/>
                <a:cs typeface="Arial" panose="020B0604020202020204" pitchFamily="34" charset="0"/>
              </a:rPr>
              <a:t>RESults</a:t>
            </a:r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0FB5EA13-C189-FF52-6819-FE39BB77D5D8}"/>
              </a:ext>
            </a:extLst>
          </p:cNvPr>
          <p:cNvSpPr txBox="1"/>
          <p:nvPr/>
        </p:nvSpPr>
        <p:spPr>
          <a:xfrm>
            <a:off x="457200" y="2107865"/>
            <a:ext cx="457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+mn-lt"/>
              </a:rPr>
              <a:t>Overall Accuracy: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Pure LLM 95%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Python (</a:t>
            </a:r>
            <a:r>
              <a:rPr lang="en-US" dirty="0" err="1">
                <a:latin typeface="+mn-lt"/>
              </a:rPr>
              <a:t>SymPy</a:t>
            </a:r>
            <a:r>
              <a:rPr lang="en-US" dirty="0">
                <a:latin typeface="+mn-lt"/>
              </a:rPr>
              <a:t>) 88%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Lean 4 44%</a:t>
            </a:r>
            <a:endParaRPr lang="de-DE" dirty="0">
              <a:latin typeface="+mn-l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9F3B6E-BAFD-4D4C-AF2C-AE0236802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0">
            <a:extLst>
              <a:ext uri="{FF2B5EF4-FFF2-40B4-BE49-F238E27FC236}">
                <a16:creationId xmlns:a16="http://schemas.microsoft.com/office/drawing/2014/main" id="{7EDB7654-F441-D96B-1676-38A814113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>
                <a:latin typeface="Arial" panose="020B0604020202020204" pitchFamily="34" charset="0"/>
                <a:cs typeface="Arial" panose="020B0604020202020204" pitchFamily="34" charset="0"/>
              </a:rPr>
              <a:t>Results</a:t>
            </a: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 : </a:t>
            </a:r>
            <a:r>
              <a:rPr lang="de-DE" dirty="0" err="1"/>
              <a:t>Accuracy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Difficulty</a:t>
            </a:r>
            <a:r>
              <a:rPr lang="de-DE" dirty="0"/>
              <a:t> Level</a:t>
            </a:r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Foliennummernplatzhalter 1">
            <a:extLst>
              <a:ext uri="{FF2B5EF4-FFF2-40B4-BE49-F238E27FC236}">
                <a16:creationId xmlns:a16="http://schemas.microsoft.com/office/drawing/2014/main" id="{0A01E768-91F3-21E2-7DFC-96D60143F3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948613" y="4879075"/>
            <a:ext cx="742950" cy="204716"/>
          </a:xfrm>
        </p:spPr>
        <p:txBody>
          <a:bodyPr/>
          <a:lstStyle/>
          <a:p>
            <a:pPr>
              <a:defRPr/>
            </a:pPr>
            <a:fld id="{E160C9AF-448A-4DA4-9688-85DDBAF3634B}" type="slidenum">
              <a:rPr lang="de-DE" altLang="de-DE" sz="1000" smtClean="0">
                <a:solidFill>
                  <a:srgbClr val="D841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defRPr/>
              </a:pPr>
              <a:t>6</a:t>
            </a:fld>
            <a:endParaRPr lang="de-DE" altLang="de-DE" sz="1000" dirty="0">
              <a:solidFill>
                <a:srgbClr val="D841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Grafik 7" descr="Ein Bild, das Text, Reihe, Diagramm, Screenshot enthält.&#10;&#10;KI-generierte Inhalte können fehlerhaft sein.">
            <a:extLst>
              <a:ext uri="{FF2B5EF4-FFF2-40B4-BE49-F238E27FC236}">
                <a16:creationId xmlns:a16="http://schemas.microsoft.com/office/drawing/2014/main" id="{095E25A0-6A5B-A8F2-5B15-D672B81DBB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27" y="1549761"/>
            <a:ext cx="3807308" cy="2379567"/>
          </a:xfrm>
          <a:prstGeom prst="rect">
            <a:avLst/>
          </a:prstGeom>
        </p:spPr>
      </p:pic>
      <p:pic>
        <p:nvPicPr>
          <p:cNvPr id="12" name="Grafik 11" descr="Ein Bild, das Text, Screenshot, Diagramm, Reihe enthält.&#10;&#10;KI-generierte Inhalte können fehlerhaft sein.">
            <a:extLst>
              <a:ext uri="{FF2B5EF4-FFF2-40B4-BE49-F238E27FC236}">
                <a16:creationId xmlns:a16="http://schemas.microsoft.com/office/drawing/2014/main" id="{594084FD-A1AF-FF53-CFFD-C7AC0AF690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5739" y="1028948"/>
            <a:ext cx="4969434" cy="2981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1486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B10CAC-E573-C039-1369-1EC6AB5FE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fik 11" descr="Ein Bild, das Text, Screenshot, Diagramm, Reihe enthält.&#10;&#10;KI-generierte Inhalte können fehlerhaft sein.">
            <a:extLst>
              <a:ext uri="{FF2B5EF4-FFF2-40B4-BE49-F238E27FC236}">
                <a16:creationId xmlns:a16="http://schemas.microsoft.com/office/drawing/2014/main" id="{DED330D2-86E3-CB4E-410D-6EE5D2386D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6767" y="1063624"/>
            <a:ext cx="4194796" cy="2586998"/>
          </a:xfrm>
          <a:prstGeom prst="rect">
            <a:avLst/>
          </a:prstGeom>
        </p:spPr>
      </p:pic>
      <p:sp>
        <p:nvSpPr>
          <p:cNvPr id="14" name="Titel 10">
            <a:extLst>
              <a:ext uri="{FF2B5EF4-FFF2-40B4-BE49-F238E27FC236}">
                <a16:creationId xmlns:a16="http://schemas.microsoft.com/office/drawing/2014/main" id="{5D1E757F-90B8-60BA-CEFF-3DF122C04B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04799"/>
            <a:ext cx="8234363" cy="758825"/>
          </a:xfrm>
        </p:spPr>
        <p:txBody>
          <a:bodyPr/>
          <a:lstStyle/>
          <a:p>
            <a:r>
              <a:rPr lang="de-DE" altLang="de-DE" dirty="0" err="1">
                <a:latin typeface="Arial" panose="020B0604020202020204" pitchFamily="34" charset="0"/>
                <a:cs typeface="Arial" panose="020B0604020202020204" pitchFamily="34" charset="0"/>
              </a:rPr>
              <a:t>RESults</a:t>
            </a:r>
            <a:r>
              <a:rPr lang="de-DE" altLang="de-DE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dirty="0"/>
              <a:t>Accuracy by Math Category &amp; Approach</a:t>
            </a:r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FF75D6B5-B3FE-663B-C4F3-1C6F3490DF5A}"/>
              </a:ext>
            </a:extLst>
          </p:cNvPr>
          <p:cNvSpPr txBox="1"/>
          <p:nvPr/>
        </p:nvSpPr>
        <p:spPr>
          <a:xfrm>
            <a:off x="264160" y="1777999"/>
            <a:ext cx="37084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+mn-lt"/>
              </a:rPr>
              <a:t>Category Breakdown: 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Pure LLM dominates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Lean 4 struggles especially in Pre-Calculus (21%) and Geometry (29%)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027149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A5367F-208C-374E-2055-1B18BD545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0B4F001-DBE3-CE91-409C-5876F2AE43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FCF9BA9-AB08-46E1-A235-3AC71B2FE2C1}" type="slidenum">
              <a:rPr lang="en-US" sz="1000" noProof="0" smtClean="0">
                <a:solidFill>
                  <a:srgbClr val="D841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defRPr/>
              </a:pPr>
              <a:t>8</a:t>
            </a:fld>
            <a:endParaRPr lang="en-US" sz="1000" noProof="0" dirty="0">
              <a:solidFill>
                <a:srgbClr val="D841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Inhaltsplatzhalter 2" descr="Ein Bild, das Text, Screenshot, Schrift, Zahl enthält.&#10;&#10;KI-generierte Inhalte können fehlerhaft sein.">
            <a:extLst>
              <a:ext uri="{FF2B5EF4-FFF2-40B4-BE49-F238E27FC236}">
                <a16:creationId xmlns:a16="http://schemas.microsoft.com/office/drawing/2014/main" id="{0421F688-7D9F-BF91-47ED-EFCC3C67A7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14960" y="1108089"/>
            <a:ext cx="8234363" cy="3040987"/>
          </a:xfrm>
        </p:spPr>
      </p:pic>
      <p:sp>
        <p:nvSpPr>
          <p:cNvPr id="8" name="Titel 7">
            <a:extLst>
              <a:ext uri="{FF2B5EF4-FFF2-40B4-BE49-F238E27FC236}">
                <a16:creationId xmlns:a16="http://schemas.microsoft.com/office/drawing/2014/main" id="{7C58A9DC-ECD6-49F9-E5C0-353C6513C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RESULTS : </a:t>
            </a:r>
            <a:r>
              <a:rPr lang="en-US" dirty="0"/>
              <a:t>Correct vs Incorrect by Category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262591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A680FA-0C82-583F-89FA-E22F28921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oliennummernplatzhalter 1">
            <a:extLst>
              <a:ext uri="{FF2B5EF4-FFF2-40B4-BE49-F238E27FC236}">
                <a16:creationId xmlns:a16="http://schemas.microsoft.com/office/drawing/2014/main" id="{3371AB9F-9F72-8A19-2A0F-281075BA10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948613" y="4879075"/>
            <a:ext cx="742950" cy="204716"/>
          </a:xfrm>
        </p:spPr>
        <p:txBody>
          <a:bodyPr/>
          <a:lstStyle/>
          <a:p>
            <a:pPr>
              <a:defRPr/>
            </a:pPr>
            <a:fld id="{E160C9AF-448A-4DA4-9688-85DDBAF3634B}" type="slidenum">
              <a:rPr lang="de-DE" altLang="de-DE" sz="1000" smtClean="0">
                <a:solidFill>
                  <a:srgbClr val="D841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defRPr/>
              </a:pPr>
              <a:t>9</a:t>
            </a:fld>
            <a:endParaRPr lang="de-DE" altLang="de-DE" sz="1000" dirty="0">
              <a:solidFill>
                <a:srgbClr val="D841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Grafik 8" descr="Ein Bild, das Text, Screenshot, Diagramm, Quadrat enthält.&#10;&#10;KI-generierte Inhalte können fehlerhaft sein.">
            <a:extLst>
              <a:ext uri="{FF2B5EF4-FFF2-40B4-BE49-F238E27FC236}">
                <a16:creationId xmlns:a16="http://schemas.microsoft.com/office/drawing/2014/main" id="{0CACA60C-30CC-F82F-6A21-CCA682B5EA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92287"/>
            <a:ext cx="9144000" cy="3585645"/>
          </a:xfrm>
          <a:prstGeom prst="rect">
            <a:avLst/>
          </a:prstGeom>
        </p:spPr>
      </p:pic>
      <p:sp>
        <p:nvSpPr>
          <p:cNvPr id="14" name="Titel 7">
            <a:extLst>
              <a:ext uri="{FF2B5EF4-FFF2-40B4-BE49-F238E27FC236}">
                <a16:creationId xmlns:a16="http://schemas.microsoft.com/office/drawing/2014/main" id="{10DE044E-698D-9526-6C44-B8929150E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04799"/>
            <a:ext cx="8234363" cy="758825"/>
          </a:xfrm>
        </p:spPr>
        <p:txBody>
          <a:bodyPr/>
          <a:lstStyle/>
          <a:p>
            <a:r>
              <a:rPr lang="de-DE" dirty="0"/>
              <a:t>RESULTS : </a:t>
            </a:r>
            <a:r>
              <a:rPr lang="de-DE" dirty="0" err="1"/>
              <a:t>Accuracy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Category</a:t>
            </a:r>
            <a:r>
              <a:rPr lang="de-DE" dirty="0"/>
              <a:t> &amp; </a:t>
            </a:r>
            <a:r>
              <a:rPr lang="de-DE" dirty="0" err="1"/>
              <a:t>Difficulty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368231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580F26-BC7C-E841-4218-116E9F3A7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AB4F7A5-B088-9367-B701-F73DCEB170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FCF9BA9-AB08-46E1-A235-3AC71B2FE2C1}" type="slidenum">
              <a:rPr lang="en-US" sz="1000" noProof="0" smtClean="0">
                <a:solidFill>
                  <a:srgbClr val="D841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defRPr/>
              </a:pPr>
              <a:t>10</a:t>
            </a:fld>
            <a:endParaRPr lang="en-US" sz="1000" noProof="0" dirty="0">
              <a:solidFill>
                <a:srgbClr val="D841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498A9DC9-DA4A-0194-2409-5AACB3134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conclusion</a:t>
            </a:r>
            <a:endParaRPr lang="de-DE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A4D0B9E-9DAB-93B7-32D1-955C827902C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54714" y="1063624"/>
            <a:ext cx="8034572" cy="22159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hangingPunct="0">
              <a:spcBef>
                <a:spcPct val="0"/>
              </a:spcBef>
              <a:buClrTx/>
            </a:pP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Pure LLM: </a:t>
            </a:r>
            <a:r>
              <a:rPr kumimoji="0" lang="de-DE" altLang="de-DE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best</a:t>
            </a: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kumimoji="0" lang="de-DE" altLang="de-DE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overall</a:t>
            </a: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kumimoji="0" lang="de-DE" altLang="de-DE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accuracy</a:t>
            </a: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kumimoji="0" lang="de-DE" altLang="de-DE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(95%)</a:t>
            </a: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</a:t>
            </a:r>
          </a:p>
          <a:p>
            <a:pPr defTabSz="914400" eaLnBrk="0" hangingPunct="0">
              <a:spcBef>
                <a:spcPct val="0"/>
              </a:spcBef>
              <a:buClrTx/>
            </a:pP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Python (</a:t>
            </a:r>
            <a:r>
              <a:rPr kumimoji="0" lang="de-DE" altLang="de-DE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SymPy</a:t>
            </a: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): </a:t>
            </a:r>
            <a:r>
              <a:rPr kumimoji="0" lang="de-DE" altLang="de-DE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competitive</a:t>
            </a: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but </a:t>
            </a:r>
            <a:r>
              <a:rPr kumimoji="0" lang="de-DE" altLang="de-DE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drops</a:t>
            </a: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at </a:t>
            </a:r>
            <a:r>
              <a:rPr kumimoji="0" lang="de-DE" altLang="de-DE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higher</a:t>
            </a: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kumimoji="0" lang="de-DE" altLang="de-DE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difficulty</a:t>
            </a: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kumimoji="0" lang="de-DE" altLang="de-DE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(88%)</a:t>
            </a: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</a:t>
            </a:r>
          </a:p>
          <a:p>
            <a:pPr defTabSz="914400" eaLnBrk="0" hangingPunct="0">
              <a:spcBef>
                <a:spcPct val="0"/>
              </a:spcBef>
              <a:buClrTx/>
            </a:pP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Lean 4: </a:t>
            </a:r>
            <a:r>
              <a:rPr kumimoji="0" lang="de-DE" altLang="de-DE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significant</a:t>
            </a: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kumimoji="0" lang="de-DE" altLang="de-DE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underperformance</a:t>
            </a: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kumimoji="0" lang="de-DE" altLang="de-DE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across</a:t>
            </a: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all </a:t>
            </a:r>
            <a:r>
              <a:rPr kumimoji="0" lang="de-DE" altLang="de-DE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dimensions</a:t>
            </a: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kumimoji="0" lang="de-DE" altLang="de-DE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(44%)</a:t>
            </a: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</a:t>
            </a:r>
          </a:p>
          <a:p>
            <a:pPr defTabSz="914400" eaLnBrk="0" hangingPunct="0">
              <a:spcBef>
                <a:spcPct val="0"/>
              </a:spcBef>
              <a:buClrTx/>
            </a:pPr>
            <a:r>
              <a:rPr kumimoji="0" lang="de-DE" altLang="de-DE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Difficulty</a:t>
            </a: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kumimoji="0" lang="de-DE" altLang="de-DE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scaling</a:t>
            </a: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kumimoji="0" lang="de-DE" altLang="de-DE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disproportionately</a:t>
            </a: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hurts Lean 4 </a:t>
            </a:r>
            <a:r>
              <a:rPr kumimoji="0" lang="de-DE" altLang="de-DE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(64% → 22%)</a:t>
            </a: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</a:t>
            </a:r>
          </a:p>
          <a:p>
            <a:pPr defTabSz="914400" eaLnBrk="0" hangingPunct="0">
              <a:spcBef>
                <a:spcPct val="0"/>
              </a:spcBef>
              <a:buClrTx/>
            </a:pP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Proof </a:t>
            </a:r>
            <a:r>
              <a:rPr kumimoji="0" lang="de-DE" altLang="de-DE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generation</a:t>
            </a: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— not </a:t>
            </a:r>
            <a:r>
              <a:rPr kumimoji="0" lang="de-DE" altLang="de-DE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mathematics</a:t>
            </a: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— </a:t>
            </a:r>
            <a:r>
              <a:rPr kumimoji="0" lang="de-DE" altLang="de-DE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is</a:t>
            </a: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kumimoji="0" lang="de-DE" altLang="de-DE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the</a:t>
            </a: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kumimoji="0" lang="de-DE" altLang="de-DE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core</a:t>
            </a: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kumimoji="0" lang="de-DE" altLang="de-DE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bottleneck</a:t>
            </a: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</a:t>
            </a:r>
          </a:p>
          <a:p>
            <a:pPr defTabSz="914400" eaLnBrk="0" hangingPunct="0">
              <a:spcBef>
                <a:spcPct val="0"/>
              </a:spcBef>
              <a:buClrTx/>
            </a:pP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Zero-</a:t>
            </a:r>
            <a:r>
              <a:rPr kumimoji="0" lang="de-DE" altLang="de-DE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shot</a:t>
            </a: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Pure LLM </a:t>
            </a:r>
            <a:r>
              <a:rPr kumimoji="0" lang="de-DE" altLang="de-DE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remains</a:t>
            </a: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kumimoji="0" lang="de-DE" altLang="de-DE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the</a:t>
            </a: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kumimoji="0" lang="de-DE" altLang="de-DE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most</a:t>
            </a: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kumimoji="0" lang="de-DE" altLang="de-DE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practical</a:t>
            </a: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kumimoji="0" lang="de-DE" altLang="de-DE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approach</a:t>
            </a: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kumimoji="0" lang="de-DE" altLang="de-DE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today</a:t>
            </a: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889537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CC8802-4557-E6B0-A941-EB860E97A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0F97D04-F6A9-C19F-BD33-774EDA452B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FCF9BA9-AB08-46E1-A235-3AC71B2FE2C1}" type="slidenum">
              <a:rPr lang="en-US" sz="1000" noProof="0" smtClean="0">
                <a:solidFill>
                  <a:srgbClr val="D841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defRPr/>
              </a:pPr>
              <a:t>11</a:t>
            </a:fld>
            <a:endParaRPr lang="en-US" sz="1000" noProof="0" dirty="0">
              <a:solidFill>
                <a:srgbClr val="D841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9CCC3556-7907-E958-E6A1-FE6CAB4BE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Future Work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8F83F2A-A8AD-34A3-F820-D6D37998E85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54038" y="1063705"/>
            <a:ext cx="7433445" cy="22159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hangingPunct="0">
              <a:spcBef>
                <a:spcPct val="0"/>
              </a:spcBef>
              <a:buClrTx/>
            </a:pP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hangingPunct="0">
              <a:spcBef>
                <a:spcPct val="0"/>
              </a:spcBef>
              <a:buClrTx/>
            </a:pP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Benchmark additional </a:t>
            </a:r>
            <a:r>
              <a:rPr kumimoji="0" lang="de-DE" altLang="de-DE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models</a:t>
            </a: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GPT-4o, Claude, Gemini </a:t>
            </a:r>
          </a:p>
          <a:p>
            <a:pPr defTabSz="914400" eaLnBrk="0" hangingPunct="0">
              <a:spcBef>
                <a:spcPct val="0"/>
              </a:spcBef>
              <a:buClrTx/>
            </a:pP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 </a:t>
            </a:r>
            <a:r>
              <a:rPr kumimoji="0" lang="de-DE" altLang="de-DE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few-shot</a:t>
            </a: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de-DE" altLang="de-DE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chain-of-thought</a:t>
            </a: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de-DE" altLang="de-DE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prompting</a:t>
            </a: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de-DE" altLang="de-DE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strategies</a:t>
            </a: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defTabSz="914400" eaLnBrk="0" hangingPunct="0">
              <a:spcBef>
                <a:spcPct val="0"/>
              </a:spcBef>
              <a:buClrTx/>
            </a:pP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Fine-tune </a:t>
            </a:r>
            <a:r>
              <a:rPr kumimoji="0" lang="de-DE" altLang="de-DE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models</a:t>
            </a: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de-DE" altLang="de-DE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specifically</a:t>
            </a: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on Lean 4 </a:t>
            </a:r>
            <a:r>
              <a:rPr kumimoji="0" lang="de-DE" altLang="de-DE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proof</a:t>
            </a: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de-DE" altLang="de-DE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corpora</a:t>
            </a: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defTabSz="914400" eaLnBrk="0" hangingPunct="0">
              <a:spcBef>
                <a:spcPct val="0"/>
              </a:spcBef>
              <a:buClrTx/>
            </a:pPr>
            <a:r>
              <a:rPr kumimoji="0" lang="de-DE" altLang="de-DE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Explore</a:t>
            </a: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hybrid </a:t>
            </a:r>
            <a:r>
              <a:rPr kumimoji="0" lang="de-DE" altLang="de-DE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pipelines</a:t>
            </a: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Python </a:t>
            </a:r>
            <a:r>
              <a:rPr kumimoji="0" lang="de-DE" altLang="de-DE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solving</a:t>
            </a: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+ Lean 4 </a:t>
            </a:r>
            <a:r>
              <a:rPr kumimoji="0" lang="de-DE" altLang="de-DE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verification</a:t>
            </a: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defTabSz="914400" eaLnBrk="0" hangingPunct="0">
              <a:spcBef>
                <a:spcPct val="0"/>
              </a:spcBef>
              <a:buClrTx/>
            </a:pPr>
            <a:r>
              <a:rPr kumimoji="0" lang="de-DE" altLang="de-DE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Scale</a:t>
            </a: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de-DE" altLang="de-DE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dataset</a:t>
            </a: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de-DE" altLang="de-DE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beyond</a:t>
            </a: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100 </a:t>
            </a:r>
            <a:r>
              <a:rPr kumimoji="0" lang="de-DE" altLang="de-DE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problems</a:t>
            </a: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de-DE" altLang="de-DE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more</a:t>
            </a: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de-DE" altLang="de-DE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categories</a:t>
            </a: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defTabSz="914400" eaLnBrk="0" hangingPunct="0">
              <a:spcBef>
                <a:spcPct val="0"/>
              </a:spcBef>
              <a:buClrTx/>
            </a:pP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Analyze Lean 4 </a:t>
            </a:r>
            <a:r>
              <a:rPr kumimoji="0" lang="de-DE" altLang="de-DE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failure</a:t>
            </a: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de-DE" altLang="de-DE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modes</a:t>
            </a: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de-DE" altLang="de-DE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systematically</a:t>
            </a: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480600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365125" y="1584325"/>
            <a:ext cx="7985125" cy="561975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de-DE"/>
              <a:t>Thank You!</a:t>
            </a:r>
            <a:endParaRPr lang="de-DE" dirty="0">
              <a:ea typeface="+mj-ea"/>
            </a:endParaRPr>
          </a:p>
        </p:txBody>
      </p:sp>
      <p:pic>
        <p:nvPicPr>
          <p:cNvPr id="3" name="Bild 10" descr="Logo Universität Leipzig">
            <a:extLst>
              <a:ext uri="{FF2B5EF4-FFF2-40B4-BE49-F238E27FC236}">
                <a16:creationId xmlns:a16="http://schemas.microsoft.com/office/drawing/2014/main" id="{AA9C8859-8E7A-05C8-3A8B-21E540629E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5093"/>
            <a:ext cx="3429000" cy="14423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3232F746-9F1C-33ED-E0AE-BF519C8254D7}"/>
              </a:ext>
            </a:extLst>
          </p:cNvPr>
          <p:cNvSpPr txBox="1"/>
          <p:nvPr/>
        </p:nvSpPr>
        <p:spPr>
          <a:xfrm>
            <a:off x="447040" y="2702560"/>
            <a:ext cx="348488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latin typeface="+mn-lt"/>
                <a:cs typeface="Arial" panose="020B0604020202020204" pitchFamily="34" charset="0"/>
              </a:rPr>
              <a:t>Ralf König </a:t>
            </a:r>
          </a:p>
          <a:p>
            <a:r>
              <a:rPr lang="it-IT" dirty="0">
                <a:latin typeface="+mn-lt"/>
                <a:cs typeface="Arial" panose="020B0604020202020204" pitchFamily="34" charset="0"/>
              </a:rPr>
              <a:t>Fritz </a:t>
            </a:r>
            <a:r>
              <a:rPr lang="it-IT" dirty="0" err="1">
                <a:latin typeface="+mn-lt"/>
                <a:cs typeface="Arial" panose="020B0604020202020204" pitchFamily="34" charset="0"/>
              </a:rPr>
              <a:t>Körner</a:t>
            </a:r>
            <a:endParaRPr lang="it-IT" dirty="0">
              <a:latin typeface="+mn-lt"/>
              <a:cs typeface="Arial" panose="020B0604020202020204" pitchFamily="34" charset="0"/>
            </a:endParaRPr>
          </a:p>
          <a:p>
            <a:r>
              <a:rPr lang="it-IT" dirty="0">
                <a:latin typeface="+mn-lt"/>
                <a:cs typeface="Arial" panose="020B0604020202020204" pitchFamily="34" charset="0"/>
              </a:rPr>
              <a:t>Khalid </a:t>
            </a:r>
            <a:r>
              <a:rPr lang="it-IT" dirty="0" err="1">
                <a:latin typeface="+mn-lt"/>
                <a:cs typeface="Arial" panose="020B0604020202020204" pitchFamily="34" charset="0"/>
              </a:rPr>
              <a:t>Sabih</a:t>
            </a:r>
            <a:endParaRPr lang="de-DE" dirty="0">
              <a:latin typeface="+mn-lt"/>
              <a:cs typeface="Arial" panose="020B0604020202020204" pitchFamily="34" charset="0"/>
            </a:endParaRPr>
          </a:p>
          <a:p>
            <a:r>
              <a:rPr lang="it-IT" dirty="0">
                <a:latin typeface="+mn-lt"/>
                <a:cs typeface="Arial" panose="020B0604020202020204" pitchFamily="34" charset="0"/>
              </a:rPr>
              <a:t>Mohamed El Maghari</a:t>
            </a:r>
          </a:p>
          <a:p>
            <a:endParaRPr lang="de-DE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ster1_UniLeipzig_PPT Vorlage">
  <a:themeElements>
    <a:clrScheme name="Universität Leipzig">
      <a:dk1>
        <a:sysClr val="windowText" lastClr="000000"/>
      </a:dk1>
      <a:lt1>
        <a:sysClr val="window" lastClr="FFFFFF"/>
      </a:lt1>
      <a:dk2>
        <a:srgbClr val="262A31"/>
      </a:dk2>
      <a:lt2>
        <a:srgbClr val="FFFFFF"/>
      </a:lt2>
      <a:accent1>
        <a:srgbClr val="B02F2C"/>
      </a:accent1>
      <a:accent2>
        <a:srgbClr val="D64242"/>
      </a:accent2>
      <a:accent3>
        <a:srgbClr val="8AC2D1"/>
      </a:accent3>
      <a:accent4>
        <a:srgbClr val="262A31"/>
      </a:accent4>
      <a:accent5>
        <a:srgbClr val="EA9E9E"/>
      </a:accent5>
      <a:accent6>
        <a:srgbClr val="C9C9C9"/>
      </a:accent6>
      <a:hlink>
        <a:srgbClr val="B02F2C"/>
      </a:hlink>
      <a:folHlink>
        <a:srgbClr val="E06E6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Musterfoliensatz_16zu9_bf-v0.03.potx" id="{7DE57E75-78F7-4AA2-B456-AE273B20140A}" vid="{D3E1DA1E-723E-4DFB-B997-8A2E5E08277C}"/>
    </a:ext>
  </a:extLst>
</a:theme>
</file>

<file path=ppt/theme/theme2.xml><?xml version="1.0" encoding="utf-8"?>
<a:theme xmlns:a="http://schemas.openxmlformats.org/drawingml/2006/main" name="Master2_UniLeipzig_PPT Vorlage">
  <a:themeElements>
    <a:clrScheme name="Universität Leipzig">
      <a:dk1>
        <a:sysClr val="windowText" lastClr="000000"/>
      </a:dk1>
      <a:lt1>
        <a:sysClr val="window" lastClr="FFFFFF"/>
      </a:lt1>
      <a:dk2>
        <a:srgbClr val="262A31"/>
      </a:dk2>
      <a:lt2>
        <a:srgbClr val="FFFFFF"/>
      </a:lt2>
      <a:accent1>
        <a:srgbClr val="B02F2C"/>
      </a:accent1>
      <a:accent2>
        <a:srgbClr val="D64242"/>
      </a:accent2>
      <a:accent3>
        <a:srgbClr val="8AC2D1"/>
      </a:accent3>
      <a:accent4>
        <a:srgbClr val="262A31"/>
      </a:accent4>
      <a:accent5>
        <a:srgbClr val="EA9E9E"/>
      </a:accent5>
      <a:accent6>
        <a:srgbClr val="C9C9C9"/>
      </a:accent6>
      <a:hlink>
        <a:srgbClr val="B02F2C"/>
      </a:hlink>
      <a:folHlink>
        <a:srgbClr val="E06E6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solidFill>
            <a:schemeClr val="accent1"/>
          </a:solidFill>
        </a:ln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>
          <a:defRPr i="0" smtClean="0">
            <a:latin typeface="+mn-lt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usterfoliensatz_16zu9_bf-v0.03.potx" id="{7DE57E75-78F7-4AA2-B456-AE273B20140A}" vid="{A8819F72-0622-491D-BFC5-592B045F67FB}"/>
    </a:ext>
  </a:extLst>
</a:theme>
</file>

<file path=ppt/theme/theme3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Musterfoliensatz_16zu9_bf-v1.00 (1)</Template>
  <TotalTime>0</TotalTime>
  <Words>580</Words>
  <Application>Microsoft Office PowerPoint</Application>
  <PresentationFormat>Bildschirmpräsentation (16:9)</PresentationFormat>
  <Paragraphs>107</Paragraphs>
  <Slides>12</Slides>
  <Notes>12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12</vt:i4>
      </vt:variant>
    </vt:vector>
  </HeadingPairs>
  <TitlesOfParts>
    <vt:vector size="19" baseType="lpstr">
      <vt:lpstr>Arial</vt:lpstr>
      <vt:lpstr>Arial Unicode MS</vt:lpstr>
      <vt:lpstr>Calibri</vt:lpstr>
      <vt:lpstr>Futura</vt:lpstr>
      <vt:lpstr>Symbol</vt:lpstr>
      <vt:lpstr>Master1_UniLeipzig_PPT Vorlage</vt:lpstr>
      <vt:lpstr>Master2_UniLeipzig_PPT Vorlage</vt:lpstr>
      <vt:lpstr>Benchmarking Program-Aided vs. Natural Language Mathematical Reasoning in LLMs</vt:lpstr>
      <vt:lpstr>Motivation</vt:lpstr>
      <vt:lpstr>Hypotheses</vt:lpstr>
      <vt:lpstr>Methodology / Dataset</vt:lpstr>
      <vt:lpstr>RESults</vt:lpstr>
      <vt:lpstr>Results : Accuracy by Difficulty Level</vt:lpstr>
      <vt:lpstr>RESults: Accuracy by Math Category &amp; Approach</vt:lpstr>
      <vt:lpstr>RESULTS : Correct vs Incorrect by Category</vt:lpstr>
      <vt:lpstr>RESULTS : Accuracy by Category &amp; Difficulty</vt:lpstr>
      <vt:lpstr>conclusion</vt:lpstr>
      <vt:lpstr>Future Work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 Maghari, Mohamed</dc:creator>
  <cp:lastModifiedBy>El Maghari, Mohamed</cp:lastModifiedBy>
  <cp:revision>11</cp:revision>
  <cp:lastPrinted>2017-09-28T12:33:25Z</cp:lastPrinted>
  <dcterms:created xsi:type="dcterms:W3CDTF">2026-01-21T20:11:32Z</dcterms:created>
  <dcterms:modified xsi:type="dcterms:W3CDTF">2026-02-25T02:04:20Z</dcterms:modified>
</cp:coreProperties>
</file>